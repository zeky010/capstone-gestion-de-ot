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embeddedFontLst>
    <p:embeddedFont>
      <p:font typeface="Barlow" panose="00000500000000000000" pitchFamily="2" charset="0"/>
      <p:regular r:id="rId24"/>
      <p:bold r:id="rId25"/>
      <p:italic r:id="rId26"/>
      <p:boldItalic r:id="rId27"/>
    </p:embeddedFont>
    <p:embeddedFont>
      <p:font typeface="Play" panose="020B0604020202020204" charset="0"/>
      <p:regular r:id="rId28"/>
      <p:bold r:id="rId29"/>
    </p:embeddedFont>
    <p:embeddedFont>
      <p:font typeface="Poppins" panose="00000500000000000000" pitchFamily="2" charset="0"/>
      <p:regular r:id="rId30"/>
      <p:bold r:id="rId31"/>
      <p:italic r:id="rId32"/>
      <p:boldItalic r:id="rId33"/>
    </p:embeddedFont>
    <p:embeddedFont>
      <p:font typeface="Poppins ExtraBold" panose="00000900000000000000" pitchFamily="2" charset="0"/>
      <p:bold r:id="rId34"/>
      <p:boldItalic r:id="rId35"/>
    </p:embeddedFont>
    <p:embeddedFont>
      <p:font typeface="Trebuchet MS" panose="020B0603020202020204" pitchFamily="34"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0" roundtripDataSignature="AMtx7mhdhhkt560d++QcvDC4c1PD4GM/V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0" d="100"/>
          <a:sy n="110" d="100"/>
        </p:scale>
        <p:origin x="1350"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font" Target="fonts/font16.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1.fntdata"/><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ab7ccddaf5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7" name="Google Shape;147;g3ab7ccddaf5_0_1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ab7ccddaf5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1" name="Google Shape;181;g3ab7ccddaf5_0_7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1" name="Google Shape;191;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ab7a89cde6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2" name="Google Shape;202;g3ab7a89cde6_0_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4" name="Google Shape;224;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5" name="Google Shape;235;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3a9ec488fd2_0_15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3a9ec488fd2_0_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9" name="Google Shape;269;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0" name="Google Shape;300;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3aa38edc61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6" name="Google Shape;316;g3aa38edc61d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0" name="Google Shape;330;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9" name="Google Shape;339;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8" name="Google Shape;348;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8" name="Google Shape;358;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3a9ec488fd2_0_8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3a9ec488fd2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3ab7a89cde6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1" name="Google Shape;371;g3ab7a89cde6_0_2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5" name="Google Shape;385;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g3aa38edc61d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3" name="Google Shape;393;g3aa38edc61d_0_3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1" name="Google Shape;401;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Diapositiva de título" type="title">
  <p:cSld name="TITLE">
    <p:spTree>
      <p:nvGrpSpPr>
        <p:cNvPr id="1" name="Shape 22"/>
        <p:cNvGrpSpPr/>
        <p:nvPr/>
      </p:nvGrpSpPr>
      <p:grpSpPr>
        <a:xfrm>
          <a:off x="0" y="0"/>
          <a:ext cx="0" cy="0"/>
          <a:chOff x="0" y="0"/>
          <a:chExt cx="0" cy="0"/>
        </a:xfrm>
      </p:grpSpPr>
      <p:grpSp>
        <p:nvGrpSpPr>
          <p:cNvPr id="23" name="Google Shape;23;p17"/>
          <p:cNvGrpSpPr/>
          <p:nvPr/>
        </p:nvGrpSpPr>
        <p:grpSpPr>
          <a:xfrm>
            <a:off x="-104" y="-8467"/>
            <a:ext cx="12192237" cy="6866580"/>
            <a:chOff x="-104" y="-8467"/>
            <a:chExt cx="12192237" cy="6866580"/>
          </a:xfrm>
        </p:grpSpPr>
        <p:cxnSp>
          <p:nvCxnSpPr>
            <p:cNvPr id="24" name="Google Shape;24;p17"/>
            <p:cNvCxnSpPr/>
            <p:nvPr/>
          </p:nvCxnSpPr>
          <p:spPr>
            <a:xfrm>
              <a:off x="9371012" y="0"/>
              <a:ext cx="1219200" cy="6858000"/>
            </a:xfrm>
            <a:prstGeom prst="straightConnector1">
              <a:avLst/>
            </a:prstGeom>
            <a:noFill/>
            <a:ln w="9525" cap="flat" cmpd="sng">
              <a:solidFill>
                <a:srgbClr val="BFBFBF"/>
              </a:solidFill>
              <a:prstDash val="solid"/>
              <a:round/>
              <a:headEnd type="none" w="sm" len="sm"/>
              <a:tailEnd type="none" w="sm" len="sm"/>
            </a:ln>
          </p:spPr>
        </p:cxnSp>
        <p:cxnSp>
          <p:nvCxnSpPr>
            <p:cNvPr id="25" name="Google Shape;25;p17"/>
            <p:cNvCxnSpPr/>
            <p:nvPr/>
          </p:nvCxnSpPr>
          <p:spPr>
            <a:xfrm flipH="1">
              <a:off x="7425125" y="3681413"/>
              <a:ext cx="4763700" cy="3176700"/>
            </a:xfrm>
            <a:prstGeom prst="straightConnector1">
              <a:avLst/>
            </a:prstGeom>
            <a:noFill/>
            <a:ln w="9525" cap="flat" cmpd="sng">
              <a:solidFill>
                <a:srgbClr val="D8D8D8"/>
              </a:solidFill>
              <a:prstDash val="solid"/>
              <a:round/>
              <a:headEnd type="none" w="sm" len="sm"/>
              <a:tailEnd type="none" w="sm" len="sm"/>
            </a:ln>
          </p:spPr>
        </p:cxnSp>
        <p:sp>
          <p:nvSpPr>
            <p:cNvPr id="26" name="Google Shape;26;p17"/>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2980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7" name="Google Shape;27;p17"/>
            <p:cNvSpPr/>
            <p:nvPr/>
          </p:nvSpPr>
          <p:spPr>
            <a:xfrm>
              <a:off x="9603442" y="-8467"/>
              <a:ext cx="258617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8" name="Google Shape;28;p17"/>
            <p:cNvSpPr/>
            <p:nvPr/>
          </p:nvSpPr>
          <p:spPr>
            <a:xfrm>
              <a:off x="8932333" y="3048000"/>
              <a:ext cx="3259800" cy="3810000"/>
            </a:xfrm>
            <a:prstGeom prst="triangle">
              <a:avLst>
                <a:gd name="adj" fmla="val 100000"/>
              </a:avLst>
            </a:prstGeom>
            <a:solidFill>
              <a:schemeClr val="accent2">
                <a:alpha val="7176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9" name="Google Shape;29;p17"/>
            <p:cNvSpPr/>
            <p:nvPr/>
          </p:nvSpPr>
          <p:spPr>
            <a:xfrm>
              <a:off x="9334500" y="-8467"/>
              <a:ext cx="2850868"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3F7818">
                <a:alpha val="698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30" name="Google Shape;30;p17"/>
            <p:cNvSpPr/>
            <p:nvPr/>
          </p:nvSpPr>
          <p:spPr>
            <a:xfrm>
              <a:off x="10898730" y="-8467"/>
              <a:ext cx="1290094" cy="6858000"/>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rgbClr val="BFE471">
                <a:alpha val="698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31" name="Google Shape;31;p17"/>
            <p:cNvSpPr/>
            <p:nvPr/>
          </p:nvSpPr>
          <p:spPr>
            <a:xfrm>
              <a:off x="10938999" y="-8467"/>
              <a:ext cx="1249825" cy="6858000"/>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chemeClr val="accent1">
                <a:alpha val="64709"/>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32" name="Google Shape;32;p17"/>
            <p:cNvSpPr/>
            <p:nvPr/>
          </p:nvSpPr>
          <p:spPr>
            <a:xfrm>
              <a:off x="10371666" y="3589867"/>
              <a:ext cx="1817100" cy="3268200"/>
            </a:xfrm>
            <a:prstGeom prst="triangle">
              <a:avLst>
                <a:gd name="adj" fmla="val 100000"/>
              </a:avLst>
            </a:prstGeom>
            <a:solidFill>
              <a:schemeClr val="accent1">
                <a:alpha val="8000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33" name="Google Shape;33;p17"/>
            <p:cNvSpPr/>
            <p:nvPr/>
          </p:nvSpPr>
          <p:spPr>
            <a:xfrm rot="10800000">
              <a:off x="-104" y="54"/>
              <a:ext cx="842700" cy="5666100"/>
            </a:xfrm>
            <a:prstGeom prst="triangle">
              <a:avLst>
                <a:gd name="adj" fmla="val 100000"/>
              </a:avLst>
            </a:prstGeom>
            <a:solidFill>
              <a:schemeClr val="accent1">
                <a:alpha val="8471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Trebuchet MS"/>
                <a:ea typeface="Trebuchet MS"/>
                <a:cs typeface="Trebuchet MS"/>
                <a:sym typeface="Trebuchet MS"/>
              </a:endParaRPr>
            </a:p>
          </p:txBody>
        </p:sp>
      </p:grpSp>
      <p:sp>
        <p:nvSpPr>
          <p:cNvPr id="34" name="Google Shape;34;p17"/>
          <p:cNvSpPr txBox="1">
            <a:spLocks noGrp="1"/>
          </p:cNvSpPr>
          <p:nvPr>
            <p:ph type="ctrTitle"/>
          </p:nvPr>
        </p:nvSpPr>
        <p:spPr>
          <a:xfrm>
            <a:off x="1507067" y="2404534"/>
            <a:ext cx="7767000" cy="1646400"/>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7"/>
          <p:cNvSpPr txBox="1">
            <a:spLocks noGrp="1"/>
          </p:cNvSpPr>
          <p:nvPr>
            <p:ph type="subTitle" idx="1"/>
          </p:nvPr>
        </p:nvSpPr>
        <p:spPr>
          <a:xfrm>
            <a:off x="1507067" y="4050833"/>
            <a:ext cx="7767000" cy="1096800"/>
          </a:xfrm>
          <a:prstGeom prst="rect">
            <a:avLst/>
          </a:prstGeom>
          <a:noFill/>
          <a:ln>
            <a:noFill/>
          </a:ln>
        </p:spPr>
        <p:txBody>
          <a:bodyPr spcFirstLastPara="1" wrap="square" lIns="91425" tIns="45700" rIns="91425" bIns="45700" anchor="t" anchorCtr="0">
            <a:norm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a:endParaRPr/>
          </a:p>
        </p:txBody>
      </p:sp>
      <p:sp>
        <p:nvSpPr>
          <p:cNvPr id="36" name="Google Shape;36;p17"/>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7"/>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7"/>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a:t>
            </a:fld>
            <a:endParaRPr/>
          </a:p>
        </p:txBody>
      </p:sp>
    </p:spTree>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39"/>
        <p:cNvGrpSpPr/>
        <p:nvPr/>
      </p:nvGrpSpPr>
      <p:grpSpPr>
        <a:xfrm>
          <a:off x="0" y="0"/>
          <a:ext cx="0" cy="0"/>
          <a:chOff x="0" y="0"/>
          <a:chExt cx="0" cy="0"/>
        </a:xfrm>
      </p:grpSpPr>
      <p:sp>
        <p:nvSpPr>
          <p:cNvPr id="40" name="Google Shape;40;p18"/>
          <p:cNvSpPr txBox="1">
            <a:spLocks noGrp="1"/>
          </p:cNvSpPr>
          <p:nvPr>
            <p:ph type="title"/>
          </p:nvPr>
        </p:nvSpPr>
        <p:spPr>
          <a:xfrm>
            <a:off x="677334" y="609600"/>
            <a:ext cx="8596800" cy="13209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3600"/>
              <a:buFont typeface="Trebuchet MS"/>
              <a:buNone/>
              <a:defRPr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18"/>
          <p:cNvSpPr txBox="1">
            <a:spLocks noGrp="1"/>
          </p:cNvSpPr>
          <p:nvPr>
            <p:ph type="body" idx="1"/>
          </p:nvPr>
        </p:nvSpPr>
        <p:spPr>
          <a:xfrm>
            <a:off x="677334" y="2160589"/>
            <a:ext cx="8596800" cy="3880800"/>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42" name="Google Shape;42;p18"/>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8"/>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8"/>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a:t>
            </a:fld>
            <a:endParaRPr/>
          </a:p>
        </p:txBody>
      </p:sp>
    </p:spTree>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45"/>
        <p:cNvGrpSpPr/>
        <p:nvPr/>
      </p:nvGrpSpPr>
      <p:grpSpPr>
        <a:xfrm>
          <a:off x="0" y="0"/>
          <a:ext cx="0" cy="0"/>
          <a:chOff x="0" y="0"/>
          <a:chExt cx="0" cy="0"/>
        </a:xfrm>
      </p:grpSpPr>
      <p:sp>
        <p:nvSpPr>
          <p:cNvPr id="46" name="Google Shape;46;p19"/>
          <p:cNvSpPr txBox="1">
            <a:spLocks noGrp="1"/>
          </p:cNvSpPr>
          <p:nvPr>
            <p:ph type="title"/>
          </p:nvPr>
        </p:nvSpPr>
        <p:spPr>
          <a:xfrm>
            <a:off x="677335" y="2700867"/>
            <a:ext cx="8596800" cy="18267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4000"/>
              <a:buFont typeface="Trebuchet MS"/>
              <a:buNone/>
              <a:defRPr sz="40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9"/>
          <p:cNvSpPr txBox="1">
            <a:spLocks noGrp="1"/>
          </p:cNvSpPr>
          <p:nvPr>
            <p:ph type="body" idx="1"/>
          </p:nvPr>
        </p:nvSpPr>
        <p:spPr>
          <a:xfrm>
            <a:off x="677335" y="4527448"/>
            <a:ext cx="8596800" cy="8604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600"/>
              <a:buNone/>
              <a:defRPr sz="20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48" name="Google Shape;48;p19"/>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9"/>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19"/>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a:t>
            </a:fld>
            <a:endParaRPr/>
          </a:p>
        </p:txBody>
      </p:sp>
    </p:spTree>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51"/>
        <p:cNvGrpSpPr/>
        <p:nvPr/>
      </p:nvGrpSpPr>
      <p:grpSpPr>
        <a:xfrm>
          <a:off x="0" y="0"/>
          <a:ext cx="0" cy="0"/>
          <a:chOff x="0" y="0"/>
          <a:chExt cx="0" cy="0"/>
        </a:xfrm>
      </p:grpSpPr>
      <p:sp>
        <p:nvSpPr>
          <p:cNvPr id="52" name="Google Shape;52;p20"/>
          <p:cNvSpPr txBox="1">
            <a:spLocks noGrp="1"/>
          </p:cNvSpPr>
          <p:nvPr>
            <p:ph type="title"/>
          </p:nvPr>
        </p:nvSpPr>
        <p:spPr>
          <a:xfrm>
            <a:off x="677334" y="609600"/>
            <a:ext cx="8596800" cy="13209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0"/>
          <p:cNvSpPr txBox="1">
            <a:spLocks noGrp="1"/>
          </p:cNvSpPr>
          <p:nvPr>
            <p:ph type="body" idx="1"/>
          </p:nvPr>
        </p:nvSpPr>
        <p:spPr>
          <a:xfrm>
            <a:off x="677334" y="2160589"/>
            <a:ext cx="4184100" cy="3880800"/>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54" name="Google Shape;54;p20"/>
          <p:cNvSpPr txBox="1">
            <a:spLocks noGrp="1"/>
          </p:cNvSpPr>
          <p:nvPr>
            <p:ph type="body" idx="2"/>
          </p:nvPr>
        </p:nvSpPr>
        <p:spPr>
          <a:xfrm>
            <a:off x="5089970" y="2160589"/>
            <a:ext cx="4184100" cy="3880800"/>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55" name="Google Shape;55;p20"/>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0"/>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0"/>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a:t>
            </a:fld>
            <a:endParaRPr/>
          </a:p>
        </p:txBody>
      </p:sp>
    </p:spTree>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58"/>
        <p:cNvGrpSpPr/>
        <p:nvPr/>
      </p:nvGrpSpPr>
      <p:grpSpPr>
        <a:xfrm>
          <a:off x="0" y="0"/>
          <a:ext cx="0" cy="0"/>
          <a:chOff x="0" y="0"/>
          <a:chExt cx="0" cy="0"/>
        </a:xfrm>
      </p:grpSpPr>
      <p:sp>
        <p:nvSpPr>
          <p:cNvPr id="59" name="Google Shape;59;p21"/>
          <p:cNvSpPr txBox="1">
            <a:spLocks noGrp="1"/>
          </p:cNvSpPr>
          <p:nvPr>
            <p:ph type="title"/>
          </p:nvPr>
        </p:nvSpPr>
        <p:spPr>
          <a:xfrm>
            <a:off x="677334" y="609600"/>
            <a:ext cx="8596800" cy="13209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36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1"/>
          <p:cNvSpPr txBox="1">
            <a:spLocks noGrp="1"/>
          </p:cNvSpPr>
          <p:nvPr>
            <p:ph type="body" idx="1"/>
          </p:nvPr>
        </p:nvSpPr>
        <p:spPr>
          <a:xfrm>
            <a:off x="675745" y="2160983"/>
            <a:ext cx="4185600" cy="576300"/>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61" name="Google Shape;61;p21"/>
          <p:cNvSpPr txBox="1">
            <a:spLocks noGrp="1"/>
          </p:cNvSpPr>
          <p:nvPr>
            <p:ph type="body" idx="2"/>
          </p:nvPr>
        </p:nvSpPr>
        <p:spPr>
          <a:xfrm>
            <a:off x="675745" y="2737245"/>
            <a:ext cx="4185600" cy="3304200"/>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62" name="Google Shape;62;p21"/>
          <p:cNvSpPr txBox="1">
            <a:spLocks noGrp="1"/>
          </p:cNvSpPr>
          <p:nvPr>
            <p:ph type="body" idx="3"/>
          </p:nvPr>
        </p:nvSpPr>
        <p:spPr>
          <a:xfrm>
            <a:off x="5088383" y="2160983"/>
            <a:ext cx="4185600" cy="576300"/>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63" name="Google Shape;63;p21"/>
          <p:cNvSpPr txBox="1">
            <a:spLocks noGrp="1"/>
          </p:cNvSpPr>
          <p:nvPr>
            <p:ph type="body" idx="4"/>
          </p:nvPr>
        </p:nvSpPr>
        <p:spPr>
          <a:xfrm>
            <a:off x="5088384" y="2737245"/>
            <a:ext cx="4185600" cy="3304200"/>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64" name="Google Shape;64;p21"/>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21"/>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1"/>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a:t>
            </a:fld>
            <a:endParaRPr/>
          </a:p>
        </p:txBody>
      </p:sp>
    </p:spTree>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67"/>
        <p:cNvGrpSpPr/>
        <p:nvPr/>
      </p:nvGrpSpPr>
      <p:grpSpPr>
        <a:xfrm>
          <a:off x="0" y="0"/>
          <a:ext cx="0" cy="0"/>
          <a:chOff x="0" y="0"/>
          <a:chExt cx="0" cy="0"/>
        </a:xfrm>
      </p:grpSpPr>
      <p:sp>
        <p:nvSpPr>
          <p:cNvPr id="68" name="Google Shape;68;p22"/>
          <p:cNvSpPr txBox="1">
            <a:spLocks noGrp="1"/>
          </p:cNvSpPr>
          <p:nvPr>
            <p:ph type="title"/>
          </p:nvPr>
        </p:nvSpPr>
        <p:spPr>
          <a:xfrm>
            <a:off x="677334" y="609600"/>
            <a:ext cx="8596800" cy="13209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22"/>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2"/>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2"/>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a:t>
            </a:fld>
            <a:endParaRPr/>
          </a:p>
        </p:txBody>
      </p:sp>
    </p:spTree>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72"/>
        <p:cNvGrpSpPr/>
        <p:nvPr/>
      </p:nvGrpSpPr>
      <p:grpSpPr>
        <a:xfrm>
          <a:off x="0" y="0"/>
          <a:ext cx="0" cy="0"/>
          <a:chOff x="0" y="0"/>
          <a:chExt cx="0" cy="0"/>
        </a:xfrm>
      </p:grpSpPr>
      <p:sp>
        <p:nvSpPr>
          <p:cNvPr id="73" name="Google Shape;73;p23"/>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23"/>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23"/>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a:t>
            </a:fld>
            <a:endParaRPr/>
          </a:p>
        </p:txBody>
      </p:sp>
    </p:spTree>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76"/>
        <p:cNvGrpSpPr/>
        <p:nvPr/>
      </p:nvGrpSpPr>
      <p:grpSpPr>
        <a:xfrm>
          <a:off x="0" y="0"/>
          <a:ext cx="0" cy="0"/>
          <a:chOff x="0" y="0"/>
          <a:chExt cx="0" cy="0"/>
        </a:xfrm>
      </p:grpSpPr>
      <p:sp>
        <p:nvSpPr>
          <p:cNvPr id="77" name="Google Shape;77;p24"/>
          <p:cNvSpPr txBox="1">
            <a:spLocks noGrp="1"/>
          </p:cNvSpPr>
          <p:nvPr>
            <p:ph type="title"/>
          </p:nvPr>
        </p:nvSpPr>
        <p:spPr>
          <a:xfrm>
            <a:off x="677334" y="1498604"/>
            <a:ext cx="3854400" cy="12786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2000"/>
              <a:buFont typeface="Trebuchet MS"/>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4"/>
          <p:cNvSpPr txBox="1">
            <a:spLocks noGrp="1"/>
          </p:cNvSpPr>
          <p:nvPr>
            <p:ph type="body" idx="1"/>
          </p:nvPr>
        </p:nvSpPr>
        <p:spPr>
          <a:xfrm>
            <a:off x="4760461" y="514924"/>
            <a:ext cx="4513500" cy="5526300"/>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79" name="Google Shape;79;p24"/>
          <p:cNvSpPr txBox="1">
            <a:spLocks noGrp="1"/>
          </p:cNvSpPr>
          <p:nvPr>
            <p:ph type="body" idx="2"/>
          </p:nvPr>
        </p:nvSpPr>
        <p:spPr>
          <a:xfrm>
            <a:off x="677334" y="2777069"/>
            <a:ext cx="3854400" cy="25845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1120"/>
              <a:buNone/>
              <a:defRPr sz="1400"/>
            </a:lvl2pPr>
            <a:lvl3pPr marL="1371600" lvl="2" indent="-228600" algn="l">
              <a:spcBef>
                <a:spcPts val="1000"/>
              </a:spcBef>
              <a:spcAft>
                <a:spcPts val="0"/>
              </a:spcAft>
              <a:buSzPts val="960"/>
              <a:buNone/>
              <a:defRPr sz="1200"/>
            </a:lvl3pPr>
            <a:lvl4pPr marL="1828800" lvl="3" indent="-228600" algn="l">
              <a:spcBef>
                <a:spcPts val="1000"/>
              </a:spcBef>
              <a:spcAft>
                <a:spcPts val="0"/>
              </a:spcAft>
              <a:buSzPts val="800"/>
              <a:buNone/>
              <a:defRPr sz="1000"/>
            </a:lvl4pPr>
            <a:lvl5pPr marL="2286000" lvl="4" indent="-228600" algn="l">
              <a:spcBef>
                <a:spcPts val="1000"/>
              </a:spcBef>
              <a:spcAft>
                <a:spcPts val="0"/>
              </a:spcAft>
              <a:buSzPts val="800"/>
              <a:buNone/>
              <a:defRPr sz="1000"/>
            </a:lvl5pPr>
            <a:lvl6pPr marL="2743200" lvl="5" indent="-228600" algn="l">
              <a:spcBef>
                <a:spcPts val="1000"/>
              </a:spcBef>
              <a:spcAft>
                <a:spcPts val="0"/>
              </a:spcAft>
              <a:buSzPts val="800"/>
              <a:buNone/>
              <a:defRPr sz="1000"/>
            </a:lvl6pPr>
            <a:lvl7pPr marL="3200400" lvl="6" indent="-228600" algn="l">
              <a:spcBef>
                <a:spcPts val="1000"/>
              </a:spcBef>
              <a:spcAft>
                <a:spcPts val="0"/>
              </a:spcAft>
              <a:buSzPts val="800"/>
              <a:buNone/>
              <a:defRPr sz="1000"/>
            </a:lvl7pPr>
            <a:lvl8pPr marL="3657600" lvl="7" indent="-228600" algn="l">
              <a:spcBef>
                <a:spcPts val="1000"/>
              </a:spcBef>
              <a:spcAft>
                <a:spcPts val="0"/>
              </a:spcAft>
              <a:buSzPts val="800"/>
              <a:buNone/>
              <a:defRPr sz="1000"/>
            </a:lvl8pPr>
            <a:lvl9pPr marL="4114800" lvl="8" indent="-228600" algn="l">
              <a:spcBef>
                <a:spcPts val="1000"/>
              </a:spcBef>
              <a:spcAft>
                <a:spcPts val="0"/>
              </a:spcAft>
              <a:buSzPts val="800"/>
              <a:buNone/>
              <a:defRPr sz="1000"/>
            </a:lvl9pPr>
          </a:lstStyle>
          <a:p>
            <a:endParaRPr/>
          </a:p>
        </p:txBody>
      </p:sp>
      <p:sp>
        <p:nvSpPr>
          <p:cNvPr id="80" name="Google Shape;80;p24"/>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24"/>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4"/>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a:t>
            </a:fld>
            <a:endParaRPr/>
          </a:p>
        </p:txBody>
      </p:sp>
    </p:spTree>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83"/>
        <p:cNvGrpSpPr/>
        <p:nvPr/>
      </p:nvGrpSpPr>
      <p:grpSpPr>
        <a:xfrm>
          <a:off x="0" y="0"/>
          <a:ext cx="0" cy="0"/>
          <a:chOff x="0" y="0"/>
          <a:chExt cx="0" cy="0"/>
        </a:xfrm>
      </p:grpSpPr>
      <p:sp>
        <p:nvSpPr>
          <p:cNvPr id="84" name="Google Shape;84;p25"/>
          <p:cNvSpPr txBox="1">
            <a:spLocks noGrp="1"/>
          </p:cNvSpPr>
          <p:nvPr>
            <p:ph type="title"/>
          </p:nvPr>
        </p:nvSpPr>
        <p:spPr>
          <a:xfrm>
            <a:off x="677334" y="4800600"/>
            <a:ext cx="8596800" cy="5667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2400"/>
              <a:buFont typeface="Trebuchet MS"/>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25"/>
          <p:cNvSpPr>
            <a:spLocks noGrp="1"/>
          </p:cNvSpPr>
          <p:nvPr>
            <p:ph type="pic" idx="2"/>
          </p:nvPr>
        </p:nvSpPr>
        <p:spPr>
          <a:xfrm>
            <a:off x="677334" y="609600"/>
            <a:ext cx="8596800" cy="3845700"/>
          </a:xfrm>
          <a:prstGeom prst="rect">
            <a:avLst/>
          </a:prstGeom>
          <a:noFill/>
          <a:ln>
            <a:noFill/>
          </a:ln>
        </p:spPr>
      </p:sp>
      <p:sp>
        <p:nvSpPr>
          <p:cNvPr id="86" name="Google Shape;86;p25"/>
          <p:cNvSpPr txBox="1">
            <a:spLocks noGrp="1"/>
          </p:cNvSpPr>
          <p:nvPr>
            <p:ph type="body" idx="1"/>
          </p:nvPr>
        </p:nvSpPr>
        <p:spPr>
          <a:xfrm>
            <a:off x="677334" y="5367338"/>
            <a:ext cx="8596800" cy="6741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960"/>
              <a:buNone/>
              <a:defRPr sz="12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87" name="Google Shape;87;p25"/>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25"/>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25"/>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a:t>
            </a:fld>
            <a:endParaRPr/>
          </a:p>
        </p:txBody>
      </p:sp>
    </p:spTree>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descripción">
  <p:cSld name="Título y descripción">
    <p:spTree>
      <p:nvGrpSpPr>
        <p:cNvPr id="1" name="Shape 90"/>
        <p:cNvGrpSpPr/>
        <p:nvPr/>
      </p:nvGrpSpPr>
      <p:grpSpPr>
        <a:xfrm>
          <a:off x="0" y="0"/>
          <a:ext cx="0" cy="0"/>
          <a:chOff x="0" y="0"/>
          <a:chExt cx="0" cy="0"/>
        </a:xfrm>
      </p:grpSpPr>
      <p:sp>
        <p:nvSpPr>
          <p:cNvPr id="91" name="Google Shape;91;p26"/>
          <p:cNvSpPr txBox="1">
            <a:spLocks noGrp="1"/>
          </p:cNvSpPr>
          <p:nvPr>
            <p:ph type="title"/>
          </p:nvPr>
        </p:nvSpPr>
        <p:spPr>
          <a:xfrm>
            <a:off x="677335" y="609600"/>
            <a:ext cx="8596800" cy="34035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26"/>
          <p:cNvSpPr txBox="1">
            <a:spLocks noGrp="1"/>
          </p:cNvSpPr>
          <p:nvPr>
            <p:ph type="body" idx="1"/>
          </p:nvPr>
        </p:nvSpPr>
        <p:spPr>
          <a:xfrm>
            <a:off x="677335" y="4470400"/>
            <a:ext cx="8596800" cy="1571100"/>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93" name="Google Shape;93;p26"/>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26"/>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26"/>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ita con descripción">
  <p:cSld name="Cita con descripción">
    <p:spTree>
      <p:nvGrpSpPr>
        <p:cNvPr id="1" name="Shape 96"/>
        <p:cNvGrpSpPr/>
        <p:nvPr/>
      </p:nvGrpSpPr>
      <p:grpSpPr>
        <a:xfrm>
          <a:off x="0" y="0"/>
          <a:ext cx="0" cy="0"/>
          <a:chOff x="0" y="0"/>
          <a:chExt cx="0" cy="0"/>
        </a:xfrm>
      </p:grpSpPr>
      <p:sp>
        <p:nvSpPr>
          <p:cNvPr id="97" name="Google Shape;97;p27"/>
          <p:cNvSpPr txBox="1">
            <a:spLocks noGrp="1"/>
          </p:cNvSpPr>
          <p:nvPr>
            <p:ph type="title"/>
          </p:nvPr>
        </p:nvSpPr>
        <p:spPr>
          <a:xfrm>
            <a:off x="931334" y="609600"/>
            <a:ext cx="8094000" cy="30225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27"/>
          <p:cNvSpPr txBox="1">
            <a:spLocks noGrp="1"/>
          </p:cNvSpPr>
          <p:nvPr>
            <p:ph type="body" idx="1"/>
          </p:nvPr>
        </p:nvSpPr>
        <p:spPr>
          <a:xfrm>
            <a:off x="1366139" y="3632200"/>
            <a:ext cx="7224600" cy="381000"/>
          </a:xfrm>
          <a:prstGeom prst="rect">
            <a:avLst/>
          </a:prstGeom>
          <a:noFill/>
          <a:ln>
            <a:noFill/>
          </a:ln>
        </p:spPr>
        <p:txBody>
          <a:bodyPr spcFirstLastPara="1" wrap="square" lIns="91425" tIns="45700" rIns="91425" bIns="45700" anchor="ctr" anchorCtr="0">
            <a:noAutofit/>
          </a:bodyPr>
          <a:lstStyle>
            <a:lvl1pPr marL="457200" lvl="0" indent="-228600" algn="l">
              <a:spcBef>
                <a:spcPts val="1000"/>
              </a:spcBef>
              <a:spcAft>
                <a:spcPts val="0"/>
              </a:spcAft>
              <a:buSzPts val="1280"/>
              <a:buFont typeface="Trebuchet MS"/>
              <a:buNone/>
              <a:defRPr sz="1600">
                <a:solidFill>
                  <a:srgbClr val="7F7F7F"/>
                </a:solidFill>
              </a:defRPr>
            </a:lvl1pPr>
            <a:lvl2pPr marL="914400" lvl="1" indent="-228600" algn="l">
              <a:spcBef>
                <a:spcPts val="1000"/>
              </a:spcBef>
              <a:spcAft>
                <a:spcPts val="0"/>
              </a:spcAft>
              <a:buSzPts val="1280"/>
              <a:buFont typeface="Trebuchet MS"/>
              <a:buNone/>
              <a:defRPr/>
            </a:lvl2pPr>
            <a:lvl3pPr marL="1371600" lvl="2" indent="-228600" algn="l">
              <a:spcBef>
                <a:spcPts val="1000"/>
              </a:spcBef>
              <a:spcAft>
                <a:spcPts val="0"/>
              </a:spcAft>
              <a:buSzPts val="1120"/>
              <a:buFont typeface="Trebuchet MS"/>
              <a:buNone/>
              <a:defRPr/>
            </a:lvl3pPr>
            <a:lvl4pPr marL="1828800" lvl="3" indent="-228600" algn="l">
              <a:spcBef>
                <a:spcPts val="1000"/>
              </a:spcBef>
              <a:spcAft>
                <a:spcPts val="0"/>
              </a:spcAft>
              <a:buSzPts val="960"/>
              <a:buFont typeface="Trebuchet MS"/>
              <a:buNone/>
              <a:defRPr/>
            </a:lvl4pPr>
            <a:lvl5pPr marL="2286000" lvl="4" indent="-228600" algn="l">
              <a:spcBef>
                <a:spcPts val="1000"/>
              </a:spcBef>
              <a:spcAft>
                <a:spcPts val="0"/>
              </a:spcAft>
              <a:buSzPts val="960"/>
              <a:buFont typeface="Trebuchet MS"/>
              <a:buNone/>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99" name="Google Shape;99;p27"/>
          <p:cNvSpPr txBox="1">
            <a:spLocks noGrp="1"/>
          </p:cNvSpPr>
          <p:nvPr>
            <p:ph type="body" idx="2"/>
          </p:nvPr>
        </p:nvSpPr>
        <p:spPr>
          <a:xfrm>
            <a:off x="677335" y="4470400"/>
            <a:ext cx="8596800" cy="1571100"/>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00" name="Google Shape;100;p27"/>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27"/>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27"/>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a:t>
            </a:fld>
            <a:endParaRPr/>
          </a:p>
        </p:txBody>
      </p:sp>
      <p:sp>
        <p:nvSpPr>
          <p:cNvPr id="103" name="Google Shape;103;p27"/>
          <p:cNvSpPr txBox="1"/>
          <p:nvPr/>
        </p:nvSpPr>
        <p:spPr>
          <a:xfrm>
            <a:off x="541870" y="790378"/>
            <a:ext cx="609600" cy="584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s-MX" sz="8000">
                <a:solidFill>
                  <a:srgbClr val="BFE471"/>
                </a:solidFill>
                <a:latin typeface="Arial"/>
                <a:ea typeface="Arial"/>
                <a:cs typeface="Arial"/>
                <a:sym typeface="Arial"/>
              </a:rPr>
              <a:t>“</a:t>
            </a:r>
            <a:endParaRPr/>
          </a:p>
        </p:txBody>
      </p:sp>
      <p:sp>
        <p:nvSpPr>
          <p:cNvPr id="104" name="Google Shape;104;p27"/>
          <p:cNvSpPr txBox="1"/>
          <p:nvPr/>
        </p:nvSpPr>
        <p:spPr>
          <a:xfrm>
            <a:off x="8893011" y="2886556"/>
            <a:ext cx="609600" cy="584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s-MX" sz="8000">
                <a:solidFill>
                  <a:srgbClr val="BFE471"/>
                </a:solidFill>
                <a:latin typeface="Arial"/>
                <a:ea typeface="Arial"/>
                <a:cs typeface="Arial"/>
                <a:sym typeface="Arial"/>
              </a:rPr>
              <a:t>”</a:t>
            </a:r>
            <a:endParaRPr sz="1800">
              <a:solidFill>
                <a:srgbClr val="BFE471"/>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rjeta de nombre">
  <p:cSld name="Tarjeta de nombre">
    <p:spTree>
      <p:nvGrpSpPr>
        <p:cNvPr id="1" name="Shape 105"/>
        <p:cNvGrpSpPr/>
        <p:nvPr/>
      </p:nvGrpSpPr>
      <p:grpSpPr>
        <a:xfrm>
          <a:off x="0" y="0"/>
          <a:ext cx="0" cy="0"/>
          <a:chOff x="0" y="0"/>
          <a:chExt cx="0" cy="0"/>
        </a:xfrm>
      </p:grpSpPr>
      <p:sp>
        <p:nvSpPr>
          <p:cNvPr id="106" name="Google Shape;106;p28"/>
          <p:cNvSpPr txBox="1">
            <a:spLocks noGrp="1"/>
          </p:cNvSpPr>
          <p:nvPr>
            <p:ph type="title"/>
          </p:nvPr>
        </p:nvSpPr>
        <p:spPr>
          <a:xfrm>
            <a:off x="677335" y="1931988"/>
            <a:ext cx="8596800" cy="25956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28"/>
          <p:cNvSpPr txBox="1">
            <a:spLocks noGrp="1"/>
          </p:cNvSpPr>
          <p:nvPr>
            <p:ph type="body" idx="1"/>
          </p:nvPr>
        </p:nvSpPr>
        <p:spPr>
          <a:xfrm>
            <a:off x="677335" y="4527448"/>
            <a:ext cx="8596800" cy="15138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08" name="Google Shape;108;p28"/>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9" name="Google Shape;109;p28"/>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0" name="Google Shape;110;p28"/>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itar la tarjeta de nombre">
  <p:cSld name="Citar la tarjeta de nombre">
    <p:spTree>
      <p:nvGrpSpPr>
        <p:cNvPr id="1" name="Shape 111"/>
        <p:cNvGrpSpPr/>
        <p:nvPr/>
      </p:nvGrpSpPr>
      <p:grpSpPr>
        <a:xfrm>
          <a:off x="0" y="0"/>
          <a:ext cx="0" cy="0"/>
          <a:chOff x="0" y="0"/>
          <a:chExt cx="0" cy="0"/>
        </a:xfrm>
      </p:grpSpPr>
      <p:sp>
        <p:nvSpPr>
          <p:cNvPr id="112" name="Google Shape;112;p29"/>
          <p:cNvSpPr txBox="1">
            <a:spLocks noGrp="1"/>
          </p:cNvSpPr>
          <p:nvPr>
            <p:ph type="title"/>
          </p:nvPr>
        </p:nvSpPr>
        <p:spPr>
          <a:xfrm>
            <a:off x="931334" y="609600"/>
            <a:ext cx="8094000" cy="30225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29"/>
          <p:cNvSpPr txBox="1">
            <a:spLocks noGrp="1"/>
          </p:cNvSpPr>
          <p:nvPr>
            <p:ph type="body" idx="1"/>
          </p:nvPr>
        </p:nvSpPr>
        <p:spPr>
          <a:xfrm>
            <a:off x="677332" y="4013200"/>
            <a:ext cx="8596800" cy="514200"/>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Font typeface="Trebuchet MS"/>
              <a:buNone/>
              <a:defRPr sz="2400">
                <a:solidFill>
                  <a:srgbClr val="3F3F3F"/>
                </a:solidFill>
              </a:defRPr>
            </a:lvl1pPr>
            <a:lvl2pPr marL="914400" lvl="1" indent="-228600" algn="l">
              <a:spcBef>
                <a:spcPts val="1000"/>
              </a:spcBef>
              <a:spcAft>
                <a:spcPts val="0"/>
              </a:spcAft>
              <a:buSzPts val="1280"/>
              <a:buFont typeface="Trebuchet MS"/>
              <a:buNone/>
              <a:defRPr/>
            </a:lvl2pPr>
            <a:lvl3pPr marL="1371600" lvl="2" indent="-228600" algn="l">
              <a:spcBef>
                <a:spcPts val="1000"/>
              </a:spcBef>
              <a:spcAft>
                <a:spcPts val="0"/>
              </a:spcAft>
              <a:buSzPts val="1120"/>
              <a:buFont typeface="Trebuchet MS"/>
              <a:buNone/>
              <a:defRPr/>
            </a:lvl3pPr>
            <a:lvl4pPr marL="1828800" lvl="3" indent="-228600" algn="l">
              <a:spcBef>
                <a:spcPts val="1000"/>
              </a:spcBef>
              <a:spcAft>
                <a:spcPts val="0"/>
              </a:spcAft>
              <a:buSzPts val="960"/>
              <a:buFont typeface="Trebuchet MS"/>
              <a:buNone/>
              <a:defRPr/>
            </a:lvl4pPr>
            <a:lvl5pPr marL="2286000" lvl="4" indent="-228600" algn="l">
              <a:spcBef>
                <a:spcPts val="1000"/>
              </a:spcBef>
              <a:spcAft>
                <a:spcPts val="0"/>
              </a:spcAft>
              <a:buSzPts val="960"/>
              <a:buFont typeface="Trebuchet MS"/>
              <a:buNone/>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14" name="Google Shape;114;p29"/>
          <p:cNvSpPr txBox="1">
            <a:spLocks noGrp="1"/>
          </p:cNvSpPr>
          <p:nvPr>
            <p:ph type="body" idx="2"/>
          </p:nvPr>
        </p:nvSpPr>
        <p:spPr>
          <a:xfrm>
            <a:off x="677335" y="4527448"/>
            <a:ext cx="8596800" cy="15138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15" name="Google Shape;115;p29"/>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6" name="Google Shape;116;p29"/>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29"/>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a:t>
            </a:fld>
            <a:endParaRPr/>
          </a:p>
        </p:txBody>
      </p:sp>
      <p:sp>
        <p:nvSpPr>
          <p:cNvPr id="118" name="Google Shape;118;p29"/>
          <p:cNvSpPr txBox="1"/>
          <p:nvPr/>
        </p:nvSpPr>
        <p:spPr>
          <a:xfrm>
            <a:off x="541870" y="790378"/>
            <a:ext cx="609600" cy="584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s-MX" sz="8000">
                <a:solidFill>
                  <a:srgbClr val="BFE471"/>
                </a:solidFill>
                <a:latin typeface="Arial"/>
                <a:ea typeface="Arial"/>
                <a:cs typeface="Arial"/>
                <a:sym typeface="Arial"/>
              </a:rPr>
              <a:t>“</a:t>
            </a:r>
            <a:endParaRPr/>
          </a:p>
        </p:txBody>
      </p:sp>
      <p:sp>
        <p:nvSpPr>
          <p:cNvPr id="119" name="Google Shape;119;p29"/>
          <p:cNvSpPr txBox="1"/>
          <p:nvPr/>
        </p:nvSpPr>
        <p:spPr>
          <a:xfrm>
            <a:off x="8893011" y="2886556"/>
            <a:ext cx="609600" cy="584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s-MX" sz="8000">
                <a:solidFill>
                  <a:srgbClr val="BFE471"/>
                </a:solidFill>
                <a:latin typeface="Arial"/>
                <a:ea typeface="Arial"/>
                <a:cs typeface="Arial"/>
                <a:sym typeface="Arial"/>
              </a:rPr>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Verdadero o falso">
  <p:cSld name="Verdadero o falso">
    <p:spTree>
      <p:nvGrpSpPr>
        <p:cNvPr id="1" name="Shape 120"/>
        <p:cNvGrpSpPr/>
        <p:nvPr/>
      </p:nvGrpSpPr>
      <p:grpSpPr>
        <a:xfrm>
          <a:off x="0" y="0"/>
          <a:ext cx="0" cy="0"/>
          <a:chOff x="0" y="0"/>
          <a:chExt cx="0" cy="0"/>
        </a:xfrm>
      </p:grpSpPr>
      <p:sp>
        <p:nvSpPr>
          <p:cNvPr id="121" name="Google Shape;121;p30"/>
          <p:cNvSpPr txBox="1">
            <a:spLocks noGrp="1"/>
          </p:cNvSpPr>
          <p:nvPr>
            <p:ph type="title"/>
          </p:nvPr>
        </p:nvSpPr>
        <p:spPr>
          <a:xfrm>
            <a:off x="685799" y="609600"/>
            <a:ext cx="8588100" cy="30225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30"/>
          <p:cNvSpPr txBox="1">
            <a:spLocks noGrp="1"/>
          </p:cNvSpPr>
          <p:nvPr>
            <p:ph type="body" idx="1"/>
          </p:nvPr>
        </p:nvSpPr>
        <p:spPr>
          <a:xfrm>
            <a:off x="677332" y="4013200"/>
            <a:ext cx="8596800" cy="514200"/>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Font typeface="Trebuchet MS"/>
              <a:buNone/>
              <a:defRPr sz="2400">
                <a:solidFill>
                  <a:schemeClr val="accent1"/>
                </a:solidFill>
              </a:defRPr>
            </a:lvl1pPr>
            <a:lvl2pPr marL="914400" lvl="1" indent="-228600" algn="l">
              <a:spcBef>
                <a:spcPts val="1000"/>
              </a:spcBef>
              <a:spcAft>
                <a:spcPts val="0"/>
              </a:spcAft>
              <a:buSzPts val="1280"/>
              <a:buFont typeface="Trebuchet MS"/>
              <a:buNone/>
              <a:defRPr/>
            </a:lvl2pPr>
            <a:lvl3pPr marL="1371600" lvl="2" indent="-228600" algn="l">
              <a:spcBef>
                <a:spcPts val="1000"/>
              </a:spcBef>
              <a:spcAft>
                <a:spcPts val="0"/>
              </a:spcAft>
              <a:buSzPts val="1120"/>
              <a:buFont typeface="Trebuchet MS"/>
              <a:buNone/>
              <a:defRPr/>
            </a:lvl3pPr>
            <a:lvl4pPr marL="1828800" lvl="3" indent="-228600" algn="l">
              <a:spcBef>
                <a:spcPts val="1000"/>
              </a:spcBef>
              <a:spcAft>
                <a:spcPts val="0"/>
              </a:spcAft>
              <a:buSzPts val="960"/>
              <a:buFont typeface="Trebuchet MS"/>
              <a:buNone/>
              <a:defRPr/>
            </a:lvl4pPr>
            <a:lvl5pPr marL="2286000" lvl="4" indent="-228600" algn="l">
              <a:spcBef>
                <a:spcPts val="1000"/>
              </a:spcBef>
              <a:spcAft>
                <a:spcPts val="0"/>
              </a:spcAft>
              <a:buSzPts val="960"/>
              <a:buFont typeface="Trebuchet MS"/>
              <a:buNone/>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23" name="Google Shape;123;p30"/>
          <p:cNvSpPr txBox="1">
            <a:spLocks noGrp="1"/>
          </p:cNvSpPr>
          <p:nvPr>
            <p:ph type="body" idx="2"/>
          </p:nvPr>
        </p:nvSpPr>
        <p:spPr>
          <a:xfrm>
            <a:off x="677335" y="4527448"/>
            <a:ext cx="8596800" cy="15138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24" name="Google Shape;124;p30"/>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677334" y="609600"/>
            <a:ext cx="8596800" cy="13209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3035202" y="-197411"/>
            <a:ext cx="3880800" cy="8596800"/>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30" name="Google Shape;130;p31"/>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a:t>
            </a:fld>
            <a:endParaRPr/>
          </a:p>
        </p:txBody>
      </p:sp>
    </p:spTree>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133"/>
        <p:cNvGrpSpPr/>
        <p:nvPr/>
      </p:nvGrpSpPr>
      <p:grpSpPr>
        <a:xfrm>
          <a:off x="0" y="0"/>
          <a:ext cx="0" cy="0"/>
          <a:chOff x="0" y="0"/>
          <a:chExt cx="0" cy="0"/>
        </a:xfrm>
      </p:grpSpPr>
      <p:sp>
        <p:nvSpPr>
          <p:cNvPr id="134" name="Google Shape;134;p32"/>
          <p:cNvSpPr txBox="1">
            <a:spLocks noGrp="1"/>
          </p:cNvSpPr>
          <p:nvPr>
            <p:ph type="title"/>
          </p:nvPr>
        </p:nvSpPr>
        <p:spPr>
          <a:xfrm rot="5400000">
            <a:off x="5994316" y="2582999"/>
            <a:ext cx="5251500" cy="13047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p32"/>
          <p:cNvSpPr txBox="1">
            <a:spLocks noGrp="1"/>
          </p:cNvSpPr>
          <p:nvPr>
            <p:ph type="body" idx="1"/>
          </p:nvPr>
        </p:nvSpPr>
        <p:spPr>
          <a:xfrm rot="5400000">
            <a:off x="1581635" y="-294750"/>
            <a:ext cx="5251500" cy="7060200"/>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36" name="Google Shape;136;p32"/>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7" name="Google Shape;137;p32"/>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 name="Google Shape;138;p32"/>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a:t>
            </a:fld>
            <a:endParaRPr/>
          </a:p>
        </p:txBody>
      </p:sp>
    </p:spTree>
  </p:cSld>
  <p:clrMapOvr>
    <a:masterClrMapping/>
  </p:clrMapOvr>
  <p:transition spd="slow">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grpSp>
        <p:nvGrpSpPr>
          <p:cNvPr id="6" name="Google Shape;6;p16"/>
          <p:cNvGrpSpPr/>
          <p:nvPr/>
        </p:nvGrpSpPr>
        <p:grpSpPr>
          <a:xfrm>
            <a:off x="0" y="-8467"/>
            <a:ext cx="12192133" cy="6866580"/>
            <a:chOff x="0" y="-8467"/>
            <a:chExt cx="12192133" cy="6866580"/>
          </a:xfrm>
        </p:grpSpPr>
        <p:cxnSp>
          <p:nvCxnSpPr>
            <p:cNvPr id="7" name="Google Shape;7;p16"/>
            <p:cNvCxnSpPr/>
            <p:nvPr/>
          </p:nvCxnSpPr>
          <p:spPr>
            <a:xfrm>
              <a:off x="9371012" y="0"/>
              <a:ext cx="1219200" cy="6858000"/>
            </a:xfrm>
            <a:prstGeom prst="straightConnector1">
              <a:avLst/>
            </a:prstGeom>
            <a:noFill/>
            <a:ln w="9525" cap="flat" cmpd="sng">
              <a:solidFill>
                <a:srgbClr val="BFBFBF"/>
              </a:solidFill>
              <a:prstDash val="solid"/>
              <a:round/>
              <a:headEnd type="none" w="sm" len="sm"/>
              <a:tailEnd type="none" w="sm" len="sm"/>
            </a:ln>
          </p:spPr>
        </p:cxnSp>
        <p:cxnSp>
          <p:nvCxnSpPr>
            <p:cNvPr id="8" name="Google Shape;8;p16"/>
            <p:cNvCxnSpPr/>
            <p:nvPr/>
          </p:nvCxnSpPr>
          <p:spPr>
            <a:xfrm flipH="1">
              <a:off x="7425125" y="3681413"/>
              <a:ext cx="4763700" cy="3176700"/>
            </a:xfrm>
            <a:prstGeom prst="straightConnector1">
              <a:avLst/>
            </a:prstGeom>
            <a:noFill/>
            <a:ln w="9525" cap="flat" cmpd="sng">
              <a:solidFill>
                <a:srgbClr val="D8D8D8"/>
              </a:solidFill>
              <a:prstDash val="solid"/>
              <a:round/>
              <a:headEnd type="none" w="sm" len="sm"/>
              <a:tailEnd type="none" w="sm" len="sm"/>
            </a:ln>
          </p:spPr>
        </p:cxnSp>
        <p:sp>
          <p:nvSpPr>
            <p:cNvPr id="9" name="Google Shape;9;p16"/>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2980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10" name="Google Shape;10;p16"/>
            <p:cNvSpPr/>
            <p:nvPr/>
          </p:nvSpPr>
          <p:spPr>
            <a:xfrm>
              <a:off x="9603442" y="-8467"/>
              <a:ext cx="258617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11" name="Google Shape;11;p16"/>
            <p:cNvSpPr/>
            <p:nvPr/>
          </p:nvSpPr>
          <p:spPr>
            <a:xfrm>
              <a:off x="8932333" y="3048000"/>
              <a:ext cx="3259800" cy="3810000"/>
            </a:xfrm>
            <a:prstGeom prst="triangle">
              <a:avLst>
                <a:gd name="adj" fmla="val 100000"/>
              </a:avLst>
            </a:prstGeom>
            <a:solidFill>
              <a:schemeClr val="accent2">
                <a:alpha val="7176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12" name="Google Shape;12;p16"/>
            <p:cNvSpPr/>
            <p:nvPr/>
          </p:nvSpPr>
          <p:spPr>
            <a:xfrm>
              <a:off x="9334500" y="-8467"/>
              <a:ext cx="2850868"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3F7818">
                <a:alpha val="698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13" name="Google Shape;13;p16"/>
            <p:cNvSpPr/>
            <p:nvPr/>
          </p:nvSpPr>
          <p:spPr>
            <a:xfrm>
              <a:off x="10898730" y="-8467"/>
              <a:ext cx="1290094" cy="6858000"/>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rgbClr val="BFE471">
                <a:alpha val="698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14" name="Google Shape;14;p16"/>
            <p:cNvSpPr/>
            <p:nvPr/>
          </p:nvSpPr>
          <p:spPr>
            <a:xfrm>
              <a:off x="10938999" y="-8467"/>
              <a:ext cx="1249825" cy="6858000"/>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chemeClr val="accent1">
                <a:alpha val="64709"/>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15" name="Google Shape;15;p16"/>
            <p:cNvSpPr/>
            <p:nvPr/>
          </p:nvSpPr>
          <p:spPr>
            <a:xfrm>
              <a:off x="10371666" y="3589867"/>
              <a:ext cx="1817100" cy="3268200"/>
            </a:xfrm>
            <a:prstGeom prst="triangle">
              <a:avLst>
                <a:gd name="adj" fmla="val 100000"/>
              </a:avLst>
            </a:prstGeom>
            <a:solidFill>
              <a:schemeClr val="accent1">
                <a:alpha val="8000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16" name="Google Shape;16;p16"/>
            <p:cNvSpPr/>
            <p:nvPr/>
          </p:nvSpPr>
          <p:spPr>
            <a:xfrm>
              <a:off x="0" y="4013200"/>
              <a:ext cx="448800" cy="2844900"/>
            </a:xfrm>
            <a:prstGeom prst="triangle">
              <a:avLst>
                <a:gd name="adj" fmla="val 0"/>
              </a:avLst>
            </a:prstGeom>
            <a:solidFill>
              <a:schemeClr val="accent1">
                <a:alpha val="8471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Trebuchet MS"/>
                <a:ea typeface="Trebuchet MS"/>
                <a:cs typeface="Trebuchet MS"/>
                <a:sym typeface="Trebuchet MS"/>
              </a:endParaRPr>
            </a:p>
          </p:txBody>
        </p:sp>
      </p:grpSp>
      <p:sp>
        <p:nvSpPr>
          <p:cNvPr id="17" name="Google Shape;17;p16"/>
          <p:cNvSpPr txBox="1">
            <a:spLocks noGrp="1"/>
          </p:cNvSpPr>
          <p:nvPr>
            <p:ph type="title"/>
          </p:nvPr>
        </p:nvSpPr>
        <p:spPr>
          <a:xfrm>
            <a:off x="677334" y="609600"/>
            <a:ext cx="8596800" cy="1320900"/>
          </a:xfrm>
          <a:prstGeom prst="rect">
            <a:avLst/>
          </a:prstGeom>
          <a:noFill/>
          <a:ln>
            <a:noFill/>
          </a:ln>
        </p:spPr>
        <p:txBody>
          <a:bodyPr spcFirstLastPara="1" wrap="square" lIns="91425" tIns="45700" rIns="91425" bIns="45700" anchor="t" anchorCtr="0">
            <a:normAutofit/>
          </a:bodyPr>
          <a:lstStyle>
            <a:lvl1pPr marR="0" lvl="0" algn="l">
              <a:spcBef>
                <a:spcPts val="0"/>
              </a:spcBef>
              <a:spcAft>
                <a:spcPts val="0"/>
              </a:spcAft>
              <a:buClr>
                <a:schemeClr val="accent1"/>
              </a:buClr>
              <a:buSzPts val="3600"/>
              <a:buFont typeface="Trebuchet MS"/>
              <a:buNone/>
              <a:defRPr sz="3600" b="0" i="0" u="none" strike="noStrike" cap="none">
                <a:solidFill>
                  <a:schemeClr val="accent1"/>
                </a:solidFill>
                <a:latin typeface="Trebuchet MS"/>
                <a:ea typeface="Trebuchet MS"/>
                <a:cs typeface="Trebuchet MS"/>
                <a:sym typeface="Trebuchet MS"/>
              </a:defRPr>
            </a:lvl1pPr>
            <a:lvl2pPr marR="0" lvl="1" algn="l">
              <a:spcBef>
                <a:spcPts val="0"/>
              </a:spcBef>
              <a:spcAft>
                <a:spcPts val="0"/>
              </a:spcAft>
              <a:buSzPts val="1400"/>
              <a:buNone/>
              <a:defRPr sz="1800" b="0" i="0" u="none" strike="noStrike" cap="none">
                <a:solidFill>
                  <a:schemeClr val="dk2"/>
                </a:solidFill>
              </a:defRPr>
            </a:lvl2pPr>
            <a:lvl3pPr marR="0" lvl="2" algn="l">
              <a:spcBef>
                <a:spcPts val="0"/>
              </a:spcBef>
              <a:spcAft>
                <a:spcPts val="0"/>
              </a:spcAft>
              <a:buSzPts val="1400"/>
              <a:buNone/>
              <a:defRPr sz="1800" b="0" i="0" u="none" strike="noStrike" cap="none">
                <a:solidFill>
                  <a:schemeClr val="dk2"/>
                </a:solidFill>
              </a:defRPr>
            </a:lvl3pPr>
            <a:lvl4pPr marR="0" lvl="3" algn="l">
              <a:spcBef>
                <a:spcPts val="0"/>
              </a:spcBef>
              <a:spcAft>
                <a:spcPts val="0"/>
              </a:spcAft>
              <a:buSzPts val="1400"/>
              <a:buNone/>
              <a:defRPr sz="1800" b="0" i="0" u="none" strike="noStrike" cap="none">
                <a:solidFill>
                  <a:schemeClr val="dk2"/>
                </a:solidFill>
              </a:defRPr>
            </a:lvl4pPr>
            <a:lvl5pPr marR="0" lvl="4" algn="l">
              <a:spcBef>
                <a:spcPts val="0"/>
              </a:spcBef>
              <a:spcAft>
                <a:spcPts val="0"/>
              </a:spcAft>
              <a:buSzPts val="1400"/>
              <a:buNone/>
              <a:defRPr sz="1800" b="0" i="0" u="none" strike="noStrike" cap="none">
                <a:solidFill>
                  <a:schemeClr val="dk2"/>
                </a:solidFill>
              </a:defRPr>
            </a:lvl5pPr>
            <a:lvl6pPr marR="0" lvl="5" algn="l">
              <a:spcBef>
                <a:spcPts val="0"/>
              </a:spcBef>
              <a:spcAft>
                <a:spcPts val="0"/>
              </a:spcAft>
              <a:buSzPts val="1400"/>
              <a:buNone/>
              <a:defRPr sz="1800" b="0" i="0" u="none" strike="noStrike" cap="none">
                <a:solidFill>
                  <a:schemeClr val="dk2"/>
                </a:solidFill>
              </a:defRPr>
            </a:lvl6pPr>
            <a:lvl7pPr marR="0" lvl="6" algn="l">
              <a:spcBef>
                <a:spcPts val="0"/>
              </a:spcBef>
              <a:spcAft>
                <a:spcPts val="0"/>
              </a:spcAft>
              <a:buSzPts val="1400"/>
              <a:buNone/>
              <a:defRPr sz="1800" b="0" i="0" u="none" strike="noStrike" cap="none">
                <a:solidFill>
                  <a:schemeClr val="dk2"/>
                </a:solidFill>
              </a:defRPr>
            </a:lvl7pPr>
            <a:lvl8pPr marR="0" lvl="7" algn="l">
              <a:spcBef>
                <a:spcPts val="0"/>
              </a:spcBef>
              <a:spcAft>
                <a:spcPts val="0"/>
              </a:spcAft>
              <a:buSzPts val="1400"/>
              <a:buNone/>
              <a:defRPr sz="1800" b="0" i="0" u="none" strike="noStrike" cap="none">
                <a:solidFill>
                  <a:schemeClr val="dk2"/>
                </a:solidFill>
              </a:defRPr>
            </a:lvl8pPr>
            <a:lvl9pPr marR="0" lvl="8" algn="l">
              <a:spcBef>
                <a:spcPts val="0"/>
              </a:spcBef>
              <a:spcAft>
                <a:spcPts val="0"/>
              </a:spcAft>
              <a:buSzPts val="1400"/>
              <a:buNone/>
              <a:defRPr sz="1800" b="0" i="0" u="none" strike="noStrike" cap="none">
                <a:solidFill>
                  <a:schemeClr val="dk2"/>
                </a:solidFill>
              </a:defRPr>
            </a:lvl9pPr>
          </a:lstStyle>
          <a:p>
            <a:endParaRPr/>
          </a:p>
        </p:txBody>
      </p:sp>
      <p:sp>
        <p:nvSpPr>
          <p:cNvPr id="18" name="Google Shape;18;p16"/>
          <p:cNvSpPr txBox="1">
            <a:spLocks noGrp="1"/>
          </p:cNvSpPr>
          <p:nvPr>
            <p:ph type="body" idx="1"/>
          </p:nvPr>
        </p:nvSpPr>
        <p:spPr>
          <a:xfrm>
            <a:off x="677334" y="2160589"/>
            <a:ext cx="8596800" cy="3880800"/>
          </a:xfrm>
          <a:prstGeom prst="rect">
            <a:avLst/>
          </a:prstGeom>
          <a:noFill/>
          <a:ln>
            <a:noFill/>
          </a:ln>
        </p:spPr>
        <p:txBody>
          <a:bodyPr spcFirstLastPara="1" wrap="square" lIns="91425" tIns="45700" rIns="91425" bIns="45700" anchor="t" anchorCtr="0">
            <a:normAutofit/>
          </a:bodyPr>
          <a:lstStyle>
            <a:lvl1pPr marL="457200" marR="0" lvl="0" indent="-320040" algn="l">
              <a:spcBef>
                <a:spcPts val="1000"/>
              </a:spcBef>
              <a:spcAft>
                <a:spcPts val="0"/>
              </a:spcAft>
              <a:buClr>
                <a:schemeClr val="accent1"/>
              </a:buClr>
              <a:buSzPts val="1440"/>
              <a:buFont typeface="Noto Sans Symbols"/>
              <a:buChar char="►"/>
              <a:defRPr sz="1800" b="0" i="0" u="none" strike="noStrike" cap="none">
                <a:solidFill>
                  <a:srgbClr val="3F3F3F"/>
                </a:solidFill>
                <a:latin typeface="Trebuchet MS"/>
                <a:ea typeface="Trebuchet MS"/>
                <a:cs typeface="Trebuchet MS"/>
                <a:sym typeface="Trebuchet MS"/>
              </a:defRPr>
            </a:lvl1pPr>
            <a:lvl2pPr marL="914400" marR="0" lvl="1" indent="-309880" algn="l">
              <a:spcBef>
                <a:spcPts val="1000"/>
              </a:spcBef>
              <a:spcAft>
                <a:spcPts val="0"/>
              </a:spcAft>
              <a:buClr>
                <a:schemeClr val="accent1"/>
              </a:buClr>
              <a:buSzPts val="1280"/>
              <a:buFont typeface="Noto Sans Symbols"/>
              <a:buChar char="►"/>
              <a:defRPr sz="1600" b="0" i="0" u="none" strike="noStrike" cap="none">
                <a:solidFill>
                  <a:srgbClr val="3F3F3F"/>
                </a:solidFill>
                <a:latin typeface="Trebuchet MS"/>
                <a:ea typeface="Trebuchet MS"/>
                <a:cs typeface="Trebuchet MS"/>
                <a:sym typeface="Trebuchet MS"/>
              </a:defRPr>
            </a:lvl2pPr>
            <a:lvl3pPr marL="1371600" marR="0" lvl="2" indent="-299719" algn="l">
              <a:spcBef>
                <a:spcPts val="1000"/>
              </a:spcBef>
              <a:spcAft>
                <a:spcPts val="0"/>
              </a:spcAft>
              <a:buClr>
                <a:schemeClr val="accent1"/>
              </a:buClr>
              <a:buSzPts val="1120"/>
              <a:buFont typeface="Noto Sans Symbols"/>
              <a:buChar char="►"/>
              <a:defRPr sz="1400" b="0" i="0" u="none" strike="noStrike" cap="none">
                <a:solidFill>
                  <a:srgbClr val="3F3F3F"/>
                </a:solidFill>
                <a:latin typeface="Trebuchet MS"/>
                <a:ea typeface="Trebuchet MS"/>
                <a:cs typeface="Trebuchet MS"/>
                <a:sym typeface="Trebuchet MS"/>
              </a:defRPr>
            </a:lvl3pPr>
            <a:lvl4pPr marL="1828800" marR="0" lvl="3" indent="-289560" algn="l">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4pPr>
            <a:lvl5pPr marL="2286000" marR="0" lvl="4" indent="-289560" algn="l">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5pPr>
            <a:lvl6pPr marL="2743200" marR="0" lvl="5" indent="-289560" algn="l">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6pPr>
            <a:lvl7pPr marL="3200400" marR="0" lvl="6" indent="-289560" algn="l">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7pPr>
            <a:lvl8pPr marL="3657600" marR="0" lvl="7" indent="-289559" algn="l">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8pPr>
            <a:lvl9pPr marL="4114800" marR="0" lvl="8" indent="-289559" algn="l">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9pPr>
          </a:lstStyle>
          <a:p>
            <a:endParaRPr/>
          </a:p>
        </p:txBody>
      </p:sp>
      <p:sp>
        <p:nvSpPr>
          <p:cNvPr id="19" name="Google Shape;19;p16"/>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marR="0" lvl="0" algn="r">
              <a:spcBef>
                <a:spcPts val="0"/>
              </a:spcBef>
              <a:spcAft>
                <a:spcPts val="0"/>
              </a:spcAft>
              <a:buSzPts val="1400"/>
              <a:buNone/>
              <a:defRPr sz="900">
                <a:solidFill>
                  <a:srgbClr val="888888"/>
                </a:solidFill>
                <a:latin typeface="Trebuchet MS"/>
                <a:ea typeface="Trebuchet MS"/>
                <a:cs typeface="Trebuchet MS"/>
                <a:sym typeface="Trebuchet MS"/>
              </a:defRPr>
            </a:lvl1pPr>
            <a:lvl2pPr marR="0" lvl="1" algn="l">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20" name="Google Shape;20;p16"/>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marR="0" lvl="0" algn="l">
              <a:spcBef>
                <a:spcPts val="0"/>
              </a:spcBef>
              <a:spcAft>
                <a:spcPts val="0"/>
              </a:spcAft>
              <a:buSzPts val="1400"/>
              <a:buNone/>
              <a:defRPr sz="900">
                <a:solidFill>
                  <a:srgbClr val="888888"/>
                </a:solidFill>
                <a:latin typeface="Trebuchet MS"/>
                <a:ea typeface="Trebuchet MS"/>
                <a:cs typeface="Trebuchet MS"/>
                <a:sym typeface="Trebuchet MS"/>
              </a:defRPr>
            </a:lvl1pPr>
            <a:lvl2pPr marR="0" lvl="1" algn="l">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21" name="Google Shape;21;p16"/>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marR="0" lvl="0" indent="0" algn="r">
              <a:spcBef>
                <a:spcPts val="0"/>
              </a:spcBef>
              <a:buNone/>
              <a:defRPr sz="900" b="0" u="none">
                <a:solidFill>
                  <a:schemeClr val="accent1"/>
                </a:solidFill>
                <a:latin typeface="Trebuchet MS"/>
                <a:ea typeface="Trebuchet MS"/>
                <a:cs typeface="Trebuchet MS"/>
                <a:sym typeface="Trebuchet MS"/>
              </a:defRPr>
            </a:lvl1pPr>
            <a:lvl2pPr marL="0" marR="0" lvl="1" indent="0" algn="r">
              <a:spcBef>
                <a:spcPts val="0"/>
              </a:spcBef>
              <a:buNone/>
              <a:defRPr sz="900" b="0" u="none">
                <a:solidFill>
                  <a:schemeClr val="accent1"/>
                </a:solidFill>
                <a:latin typeface="Trebuchet MS"/>
                <a:ea typeface="Trebuchet MS"/>
                <a:cs typeface="Trebuchet MS"/>
                <a:sym typeface="Trebuchet MS"/>
              </a:defRPr>
            </a:lvl2pPr>
            <a:lvl3pPr marL="0" marR="0" lvl="2" indent="0" algn="r">
              <a:spcBef>
                <a:spcPts val="0"/>
              </a:spcBef>
              <a:buNone/>
              <a:defRPr sz="900" b="0" u="none">
                <a:solidFill>
                  <a:schemeClr val="accent1"/>
                </a:solidFill>
                <a:latin typeface="Trebuchet MS"/>
                <a:ea typeface="Trebuchet MS"/>
                <a:cs typeface="Trebuchet MS"/>
                <a:sym typeface="Trebuchet MS"/>
              </a:defRPr>
            </a:lvl3pPr>
            <a:lvl4pPr marL="0" marR="0" lvl="3" indent="0" algn="r">
              <a:spcBef>
                <a:spcPts val="0"/>
              </a:spcBef>
              <a:buNone/>
              <a:defRPr sz="900" b="0" u="none">
                <a:solidFill>
                  <a:schemeClr val="accent1"/>
                </a:solidFill>
                <a:latin typeface="Trebuchet MS"/>
                <a:ea typeface="Trebuchet MS"/>
                <a:cs typeface="Trebuchet MS"/>
                <a:sym typeface="Trebuchet MS"/>
              </a:defRPr>
            </a:lvl4pPr>
            <a:lvl5pPr marL="0" marR="0" lvl="4" indent="0" algn="r">
              <a:spcBef>
                <a:spcPts val="0"/>
              </a:spcBef>
              <a:buNone/>
              <a:defRPr sz="900" b="0" u="none">
                <a:solidFill>
                  <a:schemeClr val="accent1"/>
                </a:solidFill>
                <a:latin typeface="Trebuchet MS"/>
                <a:ea typeface="Trebuchet MS"/>
                <a:cs typeface="Trebuchet MS"/>
                <a:sym typeface="Trebuchet MS"/>
              </a:defRPr>
            </a:lvl5pPr>
            <a:lvl6pPr marL="0" marR="0" lvl="5" indent="0" algn="r">
              <a:spcBef>
                <a:spcPts val="0"/>
              </a:spcBef>
              <a:buNone/>
              <a:defRPr sz="900" b="0" u="none">
                <a:solidFill>
                  <a:schemeClr val="accent1"/>
                </a:solidFill>
                <a:latin typeface="Trebuchet MS"/>
                <a:ea typeface="Trebuchet MS"/>
                <a:cs typeface="Trebuchet MS"/>
                <a:sym typeface="Trebuchet MS"/>
              </a:defRPr>
            </a:lvl6pPr>
            <a:lvl7pPr marL="0" marR="0" lvl="6" indent="0" algn="r">
              <a:spcBef>
                <a:spcPts val="0"/>
              </a:spcBef>
              <a:buNone/>
              <a:defRPr sz="900" b="0" u="none">
                <a:solidFill>
                  <a:schemeClr val="accent1"/>
                </a:solidFill>
                <a:latin typeface="Trebuchet MS"/>
                <a:ea typeface="Trebuchet MS"/>
                <a:cs typeface="Trebuchet MS"/>
                <a:sym typeface="Trebuchet MS"/>
              </a:defRPr>
            </a:lvl7pPr>
            <a:lvl8pPr marL="0" marR="0" lvl="7" indent="0" algn="r">
              <a:spcBef>
                <a:spcPts val="0"/>
              </a:spcBef>
              <a:buNone/>
              <a:defRPr sz="900" b="0" u="none">
                <a:solidFill>
                  <a:schemeClr val="accent1"/>
                </a:solidFill>
                <a:latin typeface="Trebuchet MS"/>
                <a:ea typeface="Trebuchet MS"/>
                <a:cs typeface="Trebuchet MS"/>
                <a:sym typeface="Trebuchet MS"/>
              </a:defRPr>
            </a:lvl8pPr>
            <a:lvl9pPr marL="0" marR="0" lvl="8" indent="0" algn="r">
              <a:spcBef>
                <a:spcPts val="0"/>
              </a:spcBef>
              <a:buNone/>
              <a:defRPr sz="900" b="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s-MX"/>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ransition spd="slow">
    <p:wip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jpg"/><Relationship Id="rId7"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drive.google.com/file/d/1phzSc9R5TSa2GL9AhnV8dlvKVBEFsfv2/view" TargetMode="External"/><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24.jpg"/></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pic>
        <p:nvPicPr>
          <p:cNvPr id="143" name="Google Shape;143;p1"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144" name="Google Shape;144;p1"/>
          <p:cNvSpPr txBox="1"/>
          <p:nvPr/>
        </p:nvSpPr>
        <p:spPr>
          <a:xfrm>
            <a:off x="1" y="2707792"/>
            <a:ext cx="12192000" cy="1877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4400">
                <a:solidFill>
                  <a:srgbClr val="3F3F3F"/>
                </a:solidFill>
                <a:latin typeface="Trebuchet MS"/>
                <a:ea typeface="Trebuchet MS"/>
                <a:cs typeface="Trebuchet MS"/>
                <a:sym typeface="Trebuchet MS"/>
              </a:rPr>
              <a:t>PROYECTO “CLEAN ORDER”</a:t>
            </a:r>
            <a:endParaRPr>
              <a:solidFill>
                <a:srgbClr val="3F3F3F"/>
              </a:solidFill>
            </a:endParaRPr>
          </a:p>
          <a:p>
            <a:pPr marL="0" marR="0" lvl="0" indent="0" algn="ctr" rtl="0">
              <a:spcBef>
                <a:spcPts val="0"/>
              </a:spcBef>
              <a:spcAft>
                <a:spcPts val="0"/>
              </a:spcAft>
              <a:buNone/>
            </a:pPr>
            <a:r>
              <a:rPr lang="es-MX" sz="2400">
                <a:solidFill>
                  <a:srgbClr val="3F3F3F"/>
                </a:solidFill>
                <a:latin typeface="Trebuchet MS"/>
                <a:ea typeface="Trebuchet MS"/>
                <a:cs typeface="Trebuchet MS"/>
                <a:sym typeface="Trebuchet MS"/>
              </a:rPr>
              <a:t>PRESENTACIÓN FINAL CAPSTONE</a:t>
            </a:r>
            <a:endParaRPr>
              <a:solidFill>
                <a:srgbClr val="3F3F3F"/>
              </a:solidFill>
            </a:endParaRPr>
          </a:p>
          <a:p>
            <a:pPr marL="0" marR="0" lvl="0" indent="0" algn="ctr" rtl="0">
              <a:spcBef>
                <a:spcPts val="0"/>
              </a:spcBef>
              <a:spcAft>
                <a:spcPts val="0"/>
              </a:spcAft>
              <a:buNone/>
            </a:pPr>
            <a:endParaRPr sz="2400">
              <a:solidFill>
                <a:srgbClr val="3F3F3F"/>
              </a:solidFill>
              <a:latin typeface="Trebuchet MS"/>
              <a:ea typeface="Trebuchet MS"/>
              <a:cs typeface="Trebuchet MS"/>
              <a:sym typeface="Trebuchet MS"/>
            </a:endParaRPr>
          </a:p>
          <a:p>
            <a:pPr marL="0" marR="0" lvl="0" indent="0" algn="ctr" rtl="0">
              <a:spcBef>
                <a:spcPts val="0"/>
              </a:spcBef>
              <a:spcAft>
                <a:spcPts val="0"/>
              </a:spcAft>
              <a:buNone/>
            </a:pPr>
            <a:r>
              <a:rPr lang="es-MX" sz="2400">
                <a:solidFill>
                  <a:srgbClr val="3F3F3F"/>
                </a:solidFill>
                <a:latin typeface="Trebuchet MS"/>
                <a:ea typeface="Trebuchet MS"/>
                <a:cs typeface="Trebuchet MS"/>
                <a:sym typeface="Trebuchet MS"/>
              </a:rPr>
              <a:t>Profesor: Jorge Guzmán</a:t>
            </a:r>
            <a:endParaRPr sz="2400">
              <a:solidFill>
                <a:srgbClr val="3F3F3F"/>
              </a:solidFill>
              <a:latin typeface="Trebuchet MS"/>
              <a:ea typeface="Trebuchet MS"/>
              <a:cs typeface="Trebuchet MS"/>
              <a:sym typeface="Trebuchet MS"/>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93DF5F"/>
        </a:solidFill>
        <a:effectLst/>
      </p:bgPr>
    </p:bg>
    <p:spTree>
      <p:nvGrpSpPr>
        <p:cNvPr id="1" name="Shape 148"/>
        <p:cNvGrpSpPr/>
        <p:nvPr/>
      </p:nvGrpSpPr>
      <p:grpSpPr>
        <a:xfrm>
          <a:off x="0" y="0"/>
          <a:ext cx="0" cy="0"/>
          <a:chOff x="0" y="0"/>
          <a:chExt cx="0" cy="0"/>
        </a:xfrm>
      </p:grpSpPr>
      <p:pic>
        <p:nvPicPr>
          <p:cNvPr id="149" name="Google Shape;149;g3ab7ccddaf5_0_10"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grpSp>
        <p:nvGrpSpPr>
          <p:cNvPr id="150" name="Google Shape;150;g3ab7ccddaf5_0_10"/>
          <p:cNvGrpSpPr/>
          <p:nvPr/>
        </p:nvGrpSpPr>
        <p:grpSpPr>
          <a:xfrm>
            <a:off x="4121026" y="1710819"/>
            <a:ext cx="7633553" cy="4350605"/>
            <a:chOff x="0" y="0"/>
            <a:chExt cx="7633553" cy="4350605"/>
          </a:xfrm>
        </p:grpSpPr>
        <p:sp>
          <p:nvSpPr>
            <p:cNvPr id="151" name="Google Shape;151;g3ab7ccddaf5_0_10"/>
            <p:cNvSpPr/>
            <p:nvPr/>
          </p:nvSpPr>
          <p:spPr>
            <a:xfrm>
              <a:off x="0" y="0"/>
              <a:ext cx="7633500" cy="1359600"/>
            </a:xfrm>
            <a:prstGeom prst="roundRect">
              <a:avLst>
                <a:gd name="adj" fmla="val 10000"/>
              </a:avLst>
            </a:prstGeom>
            <a:gradFill>
              <a:gsLst>
                <a:gs pos="0">
                  <a:srgbClr val="3F7818"/>
                </a:gs>
                <a:gs pos="100000">
                  <a:srgbClr val="3F7818"/>
                </a:gs>
              </a:gsLst>
              <a:lin ang="5400012" scaled="0"/>
            </a:gradFill>
            <a:ln>
              <a:noFill/>
            </a:ln>
            <a:effectLst>
              <a:outerShdw blurRad="50800" dist="38100" dir="5400000" rotWithShape="0">
                <a:srgbClr val="000000">
                  <a:alpha val="349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g3ab7ccddaf5_0_10"/>
            <p:cNvSpPr txBox="1"/>
            <p:nvPr/>
          </p:nvSpPr>
          <p:spPr>
            <a:xfrm>
              <a:off x="1662653" y="0"/>
              <a:ext cx="5970900" cy="1359600"/>
            </a:xfrm>
            <a:prstGeom prst="rect">
              <a:avLst/>
            </a:prstGeom>
            <a:noFill/>
            <a:ln>
              <a:noFill/>
            </a:ln>
          </p:spPr>
          <p:txBody>
            <a:bodyPr spcFirstLastPara="1" wrap="square" lIns="102850" tIns="102850" rIns="102850" bIns="102850" anchor="t" anchorCtr="0">
              <a:noAutofit/>
            </a:bodyPr>
            <a:lstStyle/>
            <a:p>
              <a:pPr marL="0" marR="0" lvl="0" indent="0" algn="l" rtl="0">
                <a:lnSpc>
                  <a:spcPct val="90000"/>
                </a:lnSpc>
                <a:spcBef>
                  <a:spcPts val="0"/>
                </a:spcBef>
                <a:spcAft>
                  <a:spcPts val="0"/>
                </a:spcAft>
                <a:buClr>
                  <a:schemeClr val="lt1"/>
                </a:buClr>
                <a:buSzPts val="2700"/>
                <a:buFont typeface="Trebuchet MS"/>
                <a:buNone/>
              </a:pPr>
              <a:r>
                <a:rPr lang="es-MX" sz="2700">
                  <a:solidFill>
                    <a:schemeClr val="lt1"/>
                  </a:solidFill>
                  <a:latin typeface="Trebuchet MS"/>
                  <a:ea typeface="Trebuchet MS"/>
                  <a:cs typeface="Trebuchet MS"/>
                  <a:sym typeface="Trebuchet MS"/>
                </a:rPr>
                <a:t>Edison Sepulveda</a:t>
              </a:r>
              <a:endParaRPr sz="2700">
                <a:solidFill>
                  <a:schemeClr val="lt1"/>
                </a:solidFill>
                <a:latin typeface="Trebuchet MS"/>
                <a:ea typeface="Trebuchet MS"/>
                <a:cs typeface="Trebuchet MS"/>
                <a:sym typeface="Trebuchet MS"/>
              </a:endParaRPr>
            </a:p>
            <a:p>
              <a:pPr marL="228600" marR="0" lvl="1" indent="-228600" algn="l" rtl="0">
                <a:lnSpc>
                  <a:spcPct val="90000"/>
                </a:lnSpc>
                <a:spcBef>
                  <a:spcPts val="945"/>
                </a:spcBef>
                <a:spcAft>
                  <a:spcPts val="0"/>
                </a:spcAft>
                <a:buClr>
                  <a:schemeClr val="lt1"/>
                </a:buClr>
                <a:buSzPts val="2100"/>
                <a:buFont typeface="Trebuchet MS"/>
                <a:buChar char="•"/>
              </a:pPr>
              <a:r>
                <a:rPr lang="es-MX" sz="2100" b="0" i="0" u="none" strike="noStrike" cap="none">
                  <a:solidFill>
                    <a:schemeClr val="lt1"/>
                  </a:solidFill>
                  <a:latin typeface="Trebuchet MS"/>
                  <a:ea typeface="Trebuchet MS"/>
                  <a:cs typeface="Trebuchet MS"/>
                  <a:sym typeface="Trebuchet MS"/>
                </a:rPr>
                <a:t>Desarrollador</a:t>
              </a:r>
              <a:endParaRPr sz="2100" b="0" i="0" u="none" strike="noStrike" cap="none">
                <a:solidFill>
                  <a:schemeClr val="lt1"/>
                </a:solidFill>
                <a:latin typeface="Trebuchet MS"/>
                <a:ea typeface="Trebuchet MS"/>
                <a:cs typeface="Trebuchet MS"/>
                <a:sym typeface="Trebuchet MS"/>
              </a:endParaRPr>
            </a:p>
            <a:p>
              <a:pPr marL="228600" marR="0" lvl="1" indent="-228600" algn="l" rtl="0">
                <a:lnSpc>
                  <a:spcPct val="90000"/>
                </a:lnSpc>
                <a:spcBef>
                  <a:spcPts val="315"/>
                </a:spcBef>
                <a:spcAft>
                  <a:spcPts val="0"/>
                </a:spcAft>
                <a:buClr>
                  <a:schemeClr val="lt1"/>
                </a:buClr>
                <a:buSzPts val="2100"/>
                <a:buFont typeface="Trebuchet MS"/>
                <a:buChar char="•"/>
              </a:pPr>
              <a:r>
                <a:rPr lang="es-MX" sz="2100" b="0" i="0" u="none" strike="noStrike" cap="none">
                  <a:solidFill>
                    <a:schemeClr val="lt1"/>
                  </a:solidFill>
                  <a:latin typeface="Trebuchet MS"/>
                  <a:ea typeface="Trebuchet MS"/>
                  <a:cs typeface="Trebuchet MS"/>
                  <a:sym typeface="Trebuchet MS"/>
                </a:rPr>
                <a:t>Desarrollo de web, desarrollo mobile</a:t>
              </a:r>
              <a:endParaRPr sz="2100" b="0" i="0" u="none" strike="noStrike" cap="none">
                <a:solidFill>
                  <a:schemeClr val="lt1"/>
                </a:solidFill>
                <a:latin typeface="Trebuchet MS"/>
                <a:ea typeface="Trebuchet MS"/>
                <a:cs typeface="Trebuchet MS"/>
                <a:sym typeface="Trebuchet MS"/>
              </a:endParaRPr>
            </a:p>
          </p:txBody>
        </p:sp>
        <p:sp>
          <p:nvSpPr>
            <p:cNvPr id="153" name="Google Shape;153;g3ab7ccddaf5_0_10"/>
            <p:cNvSpPr/>
            <p:nvPr/>
          </p:nvSpPr>
          <p:spPr>
            <a:xfrm>
              <a:off x="0" y="1495502"/>
              <a:ext cx="7633500" cy="1359600"/>
            </a:xfrm>
            <a:prstGeom prst="roundRect">
              <a:avLst>
                <a:gd name="adj" fmla="val 10000"/>
              </a:avLst>
            </a:prstGeom>
            <a:gradFill>
              <a:gsLst>
                <a:gs pos="0">
                  <a:srgbClr val="3F7818"/>
                </a:gs>
                <a:gs pos="100000">
                  <a:srgbClr val="3F7818"/>
                </a:gs>
              </a:gsLst>
              <a:lin ang="5400012" scaled="0"/>
            </a:gradFill>
            <a:ln>
              <a:noFill/>
            </a:ln>
            <a:effectLst>
              <a:outerShdw blurRad="50800" dist="38100" dir="5400000" rotWithShape="0">
                <a:srgbClr val="000000">
                  <a:alpha val="349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g3ab7ccddaf5_0_10"/>
            <p:cNvSpPr txBox="1"/>
            <p:nvPr/>
          </p:nvSpPr>
          <p:spPr>
            <a:xfrm>
              <a:off x="1662653" y="1495502"/>
              <a:ext cx="5970900" cy="1359600"/>
            </a:xfrm>
            <a:prstGeom prst="rect">
              <a:avLst/>
            </a:prstGeom>
            <a:noFill/>
            <a:ln>
              <a:noFill/>
            </a:ln>
          </p:spPr>
          <p:txBody>
            <a:bodyPr spcFirstLastPara="1" wrap="square" lIns="102850" tIns="102850" rIns="102850" bIns="102850" anchor="t" anchorCtr="0">
              <a:noAutofit/>
            </a:bodyPr>
            <a:lstStyle/>
            <a:p>
              <a:pPr marL="0" marR="0" lvl="0" indent="0" algn="l" rtl="0">
                <a:lnSpc>
                  <a:spcPct val="90000"/>
                </a:lnSpc>
                <a:spcBef>
                  <a:spcPts val="0"/>
                </a:spcBef>
                <a:spcAft>
                  <a:spcPts val="0"/>
                </a:spcAft>
                <a:buClr>
                  <a:schemeClr val="lt1"/>
                </a:buClr>
                <a:buSzPts val="2700"/>
                <a:buFont typeface="Trebuchet MS"/>
                <a:buNone/>
              </a:pPr>
              <a:r>
                <a:rPr lang="es-MX" sz="2700">
                  <a:solidFill>
                    <a:schemeClr val="lt1"/>
                  </a:solidFill>
                  <a:latin typeface="Trebuchet MS"/>
                  <a:ea typeface="Trebuchet MS"/>
                  <a:cs typeface="Trebuchet MS"/>
                  <a:sym typeface="Trebuchet MS"/>
                </a:rPr>
                <a:t>Jimmy Vargas</a:t>
              </a:r>
              <a:endParaRPr sz="2700">
                <a:solidFill>
                  <a:schemeClr val="lt1"/>
                </a:solidFill>
                <a:latin typeface="Trebuchet MS"/>
                <a:ea typeface="Trebuchet MS"/>
                <a:cs typeface="Trebuchet MS"/>
                <a:sym typeface="Trebuchet MS"/>
              </a:endParaRPr>
            </a:p>
            <a:p>
              <a:pPr marL="228600" marR="0" lvl="1" indent="-228600" algn="l" rtl="0">
                <a:lnSpc>
                  <a:spcPct val="90000"/>
                </a:lnSpc>
                <a:spcBef>
                  <a:spcPts val="945"/>
                </a:spcBef>
                <a:spcAft>
                  <a:spcPts val="0"/>
                </a:spcAft>
                <a:buClr>
                  <a:schemeClr val="lt1"/>
                </a:buClr>
                <a:buSzPts val="2100"/>
                <a:buFont typeface="Trebuchet MS"/>
                <a:buChar char="•"/>
              </a:pPr>
              <a:r>
                <a:rPr lang="es-MX" sz="2100" b="0" i="0" u="none" strike="noStrike" cap="none">
                  <a:solidFill>
                    <a:schemeClr val="lt1"/>
                  </a:solidFill>
                  <a:latin typeface="Trebuchet MS"/>
                  <a:ea typeface="Trebuchet MS"/>
                  <a:cs typeface="Trebuchet MS"/>
                  <a:sym typeface="Trebuchet MS"/>
                </a:rPr>
                <a:t>Analista QA</a:t>
              </a:r>
              <a:endParaRPr sz="2100" b="0" i="0" u="none" strike="noStrike" cap="none">
                <a:solidFill>
                  <a:schemeClr val="lt1"/>
                </a:solidFill>
                <a:latin typeface="Trebuchet MS"/>
                <a:ea typeface="Trebuchet MS"/>
                <a:cs typeface="Trebuchet MS"/>
                <a:sym typeface="Trebuchet MS"/>
              </a:endParaRPr>
            </a:p>
            <a:p>
              <a:pPr marL="228600" marR="0" lvl="1" indent="-228600" algn="l" rtl="0">
                <a:lnSpc>
                  <a:spcPct val="90000"/>
                </a:lnSpc>
                <a:spcBef>
                  <a:spcPts val="945"/>
                </a:spcBef>
                <a:spcAft>
                  <a:spcPts val="0"/>
                </a:spcAft>
                <a:buClr>
                  <a:schemeClr val="lt1"/>
                </a:buClr>
                <a:buSzPts val="2100"/>
                <a:buFont typeface="Trebuchet MS"/>
                <a:buChar char="•"/>
              </a:pPr>
              <a:r>
                <a:rPr lang="es-MX" sz="2100">
                  <a:solidFill>
                    <a:schemeClr val="lt1"/>
                  </a:solidFill>
                  <a:latin typeface="Trebuchet MS"/>
                  <a:ea typeface="Trebuchet MS"/>
                  <a:cs typeface="Trebuchet MS"/>
                  <a:sym typeface="Trebuchet MS"/>
                </a:rPr>
                <a:t>plan de pruebas </a:t>
              </a:r>
              <a:endParaRPr sz="2100">
                <a:solidFill>
                  <a:schemeClr val="lt1"/>
                </a:solidFill>
                <a:latin typeface="Trebuchet MS"/>
                <a:ea typeface="Trebuchet MS"/>
                <a:cs typeface="Trebuchet MS"/>
                <a:sym typeface="Trebuchet MS"/>
              </a:endParaRPr>
            </a:p>
            <a:p>
              <a:pPr marL="228600" marR="0" lvl="1" indent="-95250" algn="l" rtl="0">
                <a:lnSpc>
                  <a:spcPct val="90000"/>
                </a:lnSpc>
                <a:spcBef>
                  <a:spcPts val="315"/>
                </a:spcBef>
                <a:spcAft>
                  <a:spcPts val="0"/>
                </a:spcAft>
                <a:buClr>
                  <a:schemeClr val="dk1"/>
                </a:buClr>
                <a:buSzPts val="2100"/>
                <a:buFont typeface="Trebuchet MS"/>
                <a:buNone/>
              </a:pPr>
              <a:endParaRPr sz="2100" b="0" i="0" u="none" strike="noStrike" cap="none">
                <a:solidFill>
                  <a:schemeClr val="lt1"/>
                </a:solidFill>
                <a:latin typeface="Trebuchet MS"/>
                <a:ea typeface="Trebuchet MS"/>
                <a:cs typeface="Trebuchet MS"/>
                <a:sym typeface="Trebuchet MS"/>
              </a:endParaRPr>
            </a:p>
          </p:txBody>
        </p:sp>
        <p:sp>
          <p:nvSpPr>
            <p:cNvPr id="155" name="Google Shape;155;g3ab7ccddaf5_0_10"/>
            <p:cNvSpPr/>
            <p:nvPr/>
          </p:nvSpPr>
          <p:spPr>
            <a:xfrm>
              <a:off x="0" y="2991005"/>
              <a:ext cx="7633500" cy="1359600"/>
            </a:xfrm>
            <a:prstGeom prst="roundRect">
              <a:avLst>
                <a:gd name="adj" fmla="val 10000"/>
              </a:avLst>
            </a:prstGeom>
            <a:gradFill>
              <a:gsLst>
                <a:gs pos="0">
                  <a:srgbClr val="3F7818"/>
                </a:gs>
                <a:gs pos="100000">
                  <a:srgbClr val="3F7818"/>
                </a:gs>
              </a:gsLst>
              <a:lin ang="5400012" scaled="0"/>
            </a:gradFill>
            <a:ln>
              <a:noFill/>
            </a:ln>
            <a:effectLst>
              <a:outerShdw blurRad="50800" dist="38100" dir="5400000" rotWithShape="0">
                <a:srgbClr val="000000">
                  <a:alpha val="349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g3ab7ccddaf5_0_10"/>
            <p:cNvSpPr txBox="1"/>
            <p:nvPr/>
          </p:nvSpPr>
          <p:spPr>
            <a:xfrm>
              <a:off x="1662653" y="2991005"/>
              <a:ext cx="5970900" cy="1359600"/>
            </a:xfrm>
            <a:prstGeom prst="rect">
              <a:avLst/>
            </a:prstGeom>
            <a:noFill/>
            <a:ln>
              <a:noFill/>
            </a:ln>
          </p:spPr>
          <p:txBody>
            <a:bodyPr spcFirstLastPara="1" wrap="square" lIns="102850" tIns="102850" rIns="102850" bIns="102850" anchor="t" anchorCtr="0">
              <a:noAutofit/>
            </a:bodyPr>
            <a:lstStyle/>
            <a:p>
              <a:pPr marL="0" marR="0" lvl="0" indent="0" algn="l" rtl="0">
                <a:lnSpc>
                  <a:spcPct val="90000"/>
                </a:lnSpc>
                <a:spcBef>
                  <a:spcPts val="0"/>
                </a:spcBef>
                <a:spcAft>
                  <a:spcPts val="0"/>
                </a:spcAft>
                <a:buClr>
                  <a:schemeClr val="lt1"/>
                </a:buClr>
                <a:buSzPts val="2700"/>
                <a:buFont typeface="Trebuchet MS"/>
                <a:buNone/>
              </a:pPr>
              <a:r>
                <a:rPr lang="es-MX" sz="2700">
                  <a:solidFill>
                    <a:schemeClr val="lt1"/>
                  </a:solidFill>
                  <a:latin typeface="Trebuchet MS"/>
                  <a:ea typeface="Trebuchet MS"/>
                  <a:cs typeface="Trebuchet MS"/>
                  <a:sym typeface="Trebuchet MS"/>
                </a:rPr>
                <a:t>David Duarte</a:t>
              </a:r>
              <a:endParaRPr sz="2700">
                <a:solidFill>
                  <a:schemeClr val="lt1"/>
                </a:solidFill>
                <a:latin typeface="Trebuchet MS"/>
                <a:ea typeface="Trebuchet MS"/>
                <a:cs typeface="Trebuchet MS"/>
                <a:sym typeface="Trebuchet MS"/>
              </a:endParaRPr>
            </a:p>
            <a:p>
              <a:pPr marL="228600" marR="0" lvl="1" indent="-228600" algn="l" rtl="0">
                <a:lnSpc>
                  <a:spcPct val="90000"/>
                </a:lnSpc>
                <a:spcBef>
                  <a:spcPts val="945"/>
                </a:spcBef>
                <a:spcAft>
                  <a:spcPts val="0"/>
                </a:spcAft>
                <a:buClr>
                  <a:schemeClr val="lt1"/>
                </a:buClr>
                <a:buSzPts val="2100"/>
                <a:buFont typeface="Trebuchet MS"/>
                <a:buChar char="•"/>
              </a:pPr>
              <a:r>
                <a:rPr lang="es-MX" sz="2100" b="0" i="0" u="none" strike="noStrike" cap="none">
                  <a:solidFill>
                    <a:schemeClr val="lt1"/>
                  </a:solidFill>
                  <a:latin typeface="Trebuchet MS"/>
                  <a:ea typeface="Trebuchet MS"/>
                  <a:cs typeface="Trebuchet MS"/>
                  <a:sym typeface="Trebuchet MS"/>
                </a:rPr>
                <a:t>Product Owner</a:t>
              </a:r>
              <a:endParaRPr sz="2100" b="0" i="0" u="none" strike="noStrike" cap="none">
                <a:solidFill>
                  <a:schemeClr val="lt1"/>
                </a:solidFill>
                <a:latin typeface="Trebuchet MS"/>
                <a:ea typeface="Trebuchet MS"/>
                <a:cs typeface="Trebuchet MS"/>
                <a:sym typeface="Trebuchet MS"/>
              </a:endParaRPr>
            </a:p>
            <a:p>
              <a:pPr marL="228600" marR="0" lvl="1" indent="-228600" algn="l" rtl="0">
                <a:lnSpc>
                  <a:spcPct val="90000"/>
                </a:lnSpc>
                <a:spcBef>
                  <a:spcPts val="315"/>
                </a:spcBef>
                <a:spcAft>
                  <a:spcPts val="0"/>
                </a:spcAft>
                <a:buClr>
                  <a:schemeClr val="lt1"/>
                </a:buClr>
                <a:buSzPts val="2100"/>
                <a:buFont typeface="Trebuchet MS"/>
                <a:buChar char="•"/>
              </a:pPr>
              <a:r>
                <a:rPr lang="es-MX" sz="2100">
                  <a:solidFill>
                    <a:schemeClr val="lt1"/>
                  </a:solidFill>
                  <a:latin typeface="Trebuchet MS"/>
                  <a:ea typeface="Trebuchet MS"/>
                  <a:cs typeface="Trebuchet MS"/>
                  <a:sym typeface="Trebuchet MS"/>
                </a:rPr>
                <a:t>Gestionar Product backlog </a:t>
              </a:r>
              <a:endParaRPr sz="2100" b="0" i="0" u="none" strike="noStrike" cap="none">
                <a:solidFill>
                  <a:schemeClr val="lt1"/>
                </a:solidFill>
                <a:latin typeface="Trebuchet MS"/>
                <a:ea typeface="Trebuchet MS"/>
                <a:cs typeface="Trebuchet MS"/>
                <a:sym typeface="Trebuchet MS"/>
              </a:endParaRPr>
            </a:p>
          </p:txBody>
        </p:sp>
      </p:grpSp>
      <p:sp>
        <p:nvSpPr>
          <p:cNvPr id="157" name="Google Shape;157;g3ab7ccddaf5_0_10"/>
          <p:cNvSpPr txBox="1"/>
          <p:nvPr/>
        </p:nvSpPr>
        <p:spPr>
          <a:xfrm>
            <a:off x="136188" y="368928"/>
            <a:ext cx="121920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800">
                <a:solidFill>
                  <a:srgbClr val="757575"/>
                </a:solidFill>
                <a:latin typeface="Trebuchet MS"/>
                <a:ea typeface="Trebuchet MS"/>
                <a:cs typeface="Trebuchet MS"/>
                <a:sym typeface="Trebuchet MS"/>
              </a:rPr>
              <a:t>PROYECTO “CLEAN ORDER”</a:t>
            </a:r>
            <a:endParaRPr/>
          </a:p>
        </p:txBody>
      </p:sp>
      <p:sp>
        <p:nvSpPr>
          <p:cNvPr id="158" name="Google Shape;158;g3ab7ccddaf5_0_10"/>
          <p:cNvSpPr txBox="1"/>
          <p:nvPr/>
        </p:nvSpPr>
        <p:spPr>
          <a:xfrm>
            <a:off x="238327" y="3058616"/>
            <a:ext cx="3609000" cy="12006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3600">
                <a:solidFill>
                  <a:srgbClr val="F3F3F3"/>
                </a:solidFill>
                <a:latin typeface="Trebuchet MS"/>
                <a:ea typeface="Trebuchet MS"/>
                <a:cs typeface="Trebuchet MS"/>
                <a:sym typeface="Trebuchet MS"/>
              </a:rPr>
              <a:t>INTEGRANTES DEL PROYECTO</a:t>
            </a:r>
            <a:endParaRPr sz="1800">
              <a:solidFill>
                <a:srgbClr val="F3F3F3"/>
              </a:solidFill>
              <a:latin typeface="Trebuchet MS"/>
              <a:ea typeface="Trebuchet MS"/>
              <a:cs typeface="Trebuchet MS"/>
              <a:sym typeface="Trebuchet MS"/>
            </a:endParaRPr>
          </a:p>
        </p:txBody>
      </p:sp>
      <p:cxnSp>
        <p:nvCxnSpPr>
          <p:cNvPr id="159" name="Google Shape;159;g3ab7ccddaf5_0_10"/>
          <p:cNvCxnSpPr/>
          <p:nvPr/>
        </p:nvCxnSpPr>
        <p:spPr>
          <a:xfrm>
            <a:off x="0" y="758027"/>
            <a:ext cx="4085700" cy="0"/>
          </a:xfrm>
          <a:prstGeom prst="straightConnector1">
            <a:avLst/>
          </a:prstGeom>
          <a:noFill/>
          <a:ln w="15875" cap="flat" cmpd="sng">
            <a:solidFill>
              <a:srgbClr val="FAFDF1"/>
            </a:solidFill>
            <a:prstDash val="solid"/>
            <a:round/>
            <a:headEnd type="none" w="sm" len="sm"/>
            <a:tailEnd type="none" w="sm" len="sm"/>
          </a:ln>
        </p:spPr>
      </p:cxnSp>
      <p:pic>
        <p:nvPicPr>
          <p:cNvPr id="160" name="Google Shape;160;g3ab7ccddaf5_0_10" title="quality-control.png"/>
          <p:cNvPicPr preferRelativeResize="0"/>
          <p:nvPr/>
        </p:nvPicPr>
        <p:blipFill>
          <a:blip r:embed="rId4">
            <a:alphaModFix/>
          </a:blip>
          <a:stretch>
            <a:fillRect/>
          </a:stretch>
        </p:blipFill>
        <p:spPr>
          <a:xfrm>
            <a:off x="4502500" y="3411975"/>
            <a:ext cx="948250" cy="948250"/>
          </a:xfrm>
          <a:prstGeom prst="rect">
            <a:avLst/>
          </a:prstGeom>
          <a:noFill/>
          <a:ln>
            <a:noFill/>
          </a:ln>
        </p:spPr>
      </p:pic>
      <p:pic>
        <p:nvPicPr>
          <p:cNvPr id="161" name="Google Shape;161;g3ab7ccddaf5_0_10" title="owner.png"/>
          <p:cNvPicPr preferRelativeResize="0"/>
          <p:nvPr/>
        </p:nvPicPr>
        <p:blipFill>
          <a:blip r:embed="rId5">
            <a:alphaModFix/>
          </a:blip>
          <a:stretch>
            <a:fillRect/>
          </a:stretch>
        </p:blipFill>
        <p:spPr>
          <a:xfrm>
            <a:off x="4502500" y="4898550"/>
            <a:ext cx="948250" cy="948250"/>
          </a:xfrm>
          <a:prstGeom prst="rect">
            <a:avLst/>
          </a:prstGeom>
          <a:noFill/>
          <a:ln>
            <a:noFill/>
          </a:ln>
        </p:spPr>
      </p:pic>
      <p:pic>
        <p:nvPicPr>
          <p:cNvPr id="162" name="Google Shape;162;g3ab7ccddaf5_0_10" title="coding.png"/>
          <p:cNvPicPr preferRelativeResize="0"/>
          <p:nvPr/>
        </p:nvPicPr>
        <p:blipFill>
          <a:blip r:embed="rId6">
            <a:alphaModFix/>
          </a:blip>
          <a:stretch>
            <a:fillRect/>
          </a:stretch>
        </p:blipFill>
        <p:spPr>
          <a:xfrm>
            <a:off x="4502500" y="1925400"/>
            <a:ext cx="948250" cy="94825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93DF5F"/>
        </a:solidFill>
        <a:effectLst/>
      </p:bgPr>
    </p:bg>
    <p:spTree>
      <p:nvGrpSpPr>
        <p:cNvPr id="1" name="Shape 166"/>
        <p:cNvGrpSpPr/>
        <p:nvPr/>
      </p:nvGrpSpPr>
      <p:grpSpPr>
        <a:xfrm>
          <a:off x="0" y="0"/>
          <a:ext cx="0" cy="0"/>
          <a:chOff x="0" y="0"/>
          <a:chExt cx="0" cy="0"/>
        </a:xfrm>
      </p:grpSpPr>
      <p:pic>
        <p:nvPicPr>
          <p:cNvPr id="167" name="Google Shape;167;p2"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168" name="Google Shape;168;p2"/>
          <p:cNvSpPr txBox="1"/>
          <p:nvPr/>
        </p:nvSpPr>
        <p:spPr>
          <a:xfrm>
            <a:off x="136188" y="368928"/>
            <a:ext cx="121920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800">
                <a:solidFill>
                  <a:srgbClr val="757575"/>
                </a:solidFill>
                <a:latin typeface="Trebuchet MS"/>
                <a:ea typeface="Trebuchet MS"/>
                <a:cs typeface="Trebuchet MS"/>
                <a:sym typeface="Trebuchet MS"/>
              </a:rPr>
              <a:t>PROYECTO “CLEAN ORDER”</a:t>
            </a:r>
            <a:endParaRPr/>
          </a:p>
        </p:txBody>
      </p:sp>
      <p:cxnSp>
        <p:nvCxnSpPr>
          <p:cNvPr id="169" name="Google Shape;169;p2"/>
          <p:cNvCxnSpPr/>
          <p:nvPr/>
        </p:nvCxnSpPr>
        <p:spPr>
          <a:xfrm>
            <a:off x="0" y="758027"/>
            <a:ext cx="4085617" cy="0"/>
          </a:xfrm>
          <a:prstGeom prst="straightConnector1">
            <a:avLst/>
          </a:prstGeom>
          <a:noFill/>
          <a:ln w="15875" cap="flat" cmpd="sng">
            <a:solidFill>
              <a:srgbClr val="FAFDF1"/>
            </a:solidFill>
            <a:prstDash val="solid"/>
            <a:round/>
            <a:headEnd type="none" w="sm" len="sm"/>
            <a:tailEnd type="none" w="sm" len="sm"/>
          </a:ln>
        </p:spPr>
      </p:cxnSp>
      <p:sp>
        <p:nvSpPr>
          <p:cNvPr id="170" name="Google Shape;170;p2"/>
          <p:cNvSpPr txBox="1"/>
          <p:nvPr/>
        </p:nvSpPr>
        <p:spPr>
          <a:xfrm>
            <a:off x="7925500" y="5225675"/>
            <a:ext cx="2187000" cy="415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MX" sz="1500">
                <a:latin typeface="Trebuchet MS"/>
                <a:ea typeface="Trebuchet MS"/>
                <a:cs typeface="Trebuchet MS"/>
                <a:sym typeface="Trebuchet MS"/>
              </a:rPr>
              <a:t>Reportes fotográficos.</a:t>
            </a:r>
            <a:endParaRPr sz="1500">
              <a:latin typeface="Trebuchet MS"/>
              <a:ea typeface="Trebuchet MS"/>
              <a:cs typeface="Trebuchet MS"/>
              <a:sym typeface="Trebuchet MS"/>
            </a:endParaRPr>
          </a:p>
        </p:txBody>
      </p:sp>
      <p:sp>
        <p:nvSpPr>
          <p:cNvPr id="171" name="Google Shape;171;p2"/>
          <p:cNvSpPr txBox="1"/>
          <p:nvPr/>
        </p:nvSpPr>
        <p:spPr>
          <a:xfrm>
            <a:off x="8296050" y="2897800"/>
            <a:ext cx="2187000" cy="681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MX" sz="1500">
                <a:latin typeface="Trebuchet MS"/>
                <a:ea typeface="Trebuchet MS"/>
                <a:cs typeface="Trebuchet MS"/>
                <a:sym typeface="Trebuchet MS"/>
              </a:rPr>
              <a:t>Errores en Excel por los usuarios</a:t>
            </a:r>
            <a:endParaRPr sz="1500">
              <a:latin typeface="Trebuchet MS"/>
              <a:ea typeface="Trebuchet MS"/>
              <a:cs typeface="Trebuchet MS"/>
              <a:sym typeface="Trebuchet MS"/>
            </a:endParaRPr>
          </a:p>
        </p:txBody>
      </p:sp>
      <p:sp>
        <p:nvSpPr>
          <p:cNvPr id="172" name="Google Shape;172;p2"/>
          <p:cNvSpPr txBox="1"/>
          <p:nvPr/>
        </p:nvSpPr>
        <p:spPr>
          <a:xfrm>
            <a:off x="6039550" y="2916800"/>
            <a:ext cx="1884300" cy="681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MX" sz="1500">
                <a:latin typeface="Trebuchet MS"/>
                <a:ea typeface="Trebuchet MS"/>
                <a:cs typeface="Trebuchet MS"/>
                <a:sym typeface="Trebuchet MS"/>
              </a:rPr>
              <a:t>Lenta creación de órdenes (7 min)</a:t>
            </a:r>
            <a:endParaRPr sz="1500">
              <a:latin typeface="Trebuchet MS"/>
              <a:ea typeface="Trebuchet MS"/>
              <a:cs typeface="Trebuchet MS"/>
              <a:sym typeface="Trebuchet MS"/>
            </a:endParaRPr>
          </a:p>
        </p:txBody>
      </p:sp>
      <p:pic>
        <p:nvPicPr>
          <p:cNvPr id="173" name="Google Shape;173;p2"/>
          <p:cNvPicPr preferRelativeResize="0"/>
          <p:nvPr/>
        </p:nvPicPr>
        <p:blipFill>
          <a:blip r:embed="rId4">
            <a:alphaModFix/>
          </a:blip>
          <a:stretch>
            <a:fillRect/>
          </a:stretch>
        </p:blipFill>
        <p:spPr>
          <a:xfrm>
            <a:off x="8347301" y="1622324"/>
            <a:ext cx="1343400" cy="1275476"/>
          </a:xfrm>
          <a:prstGeom prst="rect">
            <a:avLst/>
          </a:prstGeom>
          <a:noFill/>
          <a:ln>
            <a:noFill/>
          </a:ln>
        </p:spPr>
      </p:pic>
      <p:pic>
        <p:nvPicPr>
          <p:cNvPr id="174" name="Google Shape;174;p2"/>
          <p:cNvPicPr preferRelativeResize="0"/>
          <p:nvPr/>
        </p:nvPicPr>
        <p:blipFill>
          <a:blip r:embed="rId5">
            <a:alphaModFix/>
          </a:blip>
          <a:stretch>
            <a:fillRect/>
          </a:stretch>
        </p:blipFill>
        <p:spPr>
          <a:xfrm>
            <a:off x="8347300" y="3882300"/>
            <a:ext cx="1343400" cy="1343400"/>
          </a:xfrm>
          <a:prstGeom prst="rect">
            <a:avLst/>
          </a:prstGeom>
          <a:noFill/>
          <a:ln>
            <a:noFill/>
          </a:ln>
        </p:spPr>
      </p:pic>
      <p:pic>
        <p:nvPicPr>
          <p:cNvPr id="175" name="Google Shape;175;p2"/>
          <p:cNvPicPr preferRelativeResize="0"/>
          <p:nvPr/>
        </p:nvPicPr>
        <p:blipFill>
          <a:blip r:embed="rId6">
            <a:alphaModFix/>
          </a:blip>
          <a:stretch>
            <a:fillRect/>
          </a:stretch>
        </p:blipFill>
        <p:spPr>
          <a:xfrm>
            <a:off x="6270175" y="1658400"/>
            <a:ext cx="1239450" cy="1239400"/>
          </a:xfrm>
          <a:prstGeom prst="rect">
            <a:avLst/>
          </a:prstGeom>
          <a:noFill/>
          <a:ln>
            <a:noFill/>
          </a:ln>
        </p:spPr>
      </p:pic>
      <p:pic>
        <p:nvPicPr>
          <p:cNvPr id="176" name="Google Shape;176;p2"/>
          <p:cNvPicPr preferRelativeResize="0"/>
          <p:nvPr/>
        </p:nvPicPr>
        <p:blipFill>
          <a:blip r:embed="rId7">
            <a:alphaModFix/>
          </a:blip>
          <a:stretch>
            <a:fillRect/>
          </a:stretch>
        </p:blipFill>
        <p:spPr>
          <a:xfrm flipH="1">
            <a:off x="6218199" y="3882303"/>
            <a:ext cx="1343400" cy="1343370"/>
          </a:xfrm>
          <a:prstGeom prst="rect">
            <a:avLst/>
          </a:prstGeom>
          <a:noFill/>
          <a:ln>
            <a:noFill/>
          </a:ln>
        </p:spPr>
      </p:pic>
      <p:sp>
        <p:nvSpPr>
          <p:cNvPr id="177" name="Google Shape;177;p2"/>
          <p:cNvSpPr txBox="1"/>
          <p:nvPr/>
        </p:nvSpPr>
        <p:spPr>
          <a:xfrm>
            <a:off x="6002800" y="5296925"/>
            <a:ext cx="1806000" cy="681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MX" sz="1500">
                <a:latin typeface="Trebuchet MS"/>
                <a:ea typeface="Trebuchet MS"/>
                <a:cs typeface="Trebuchet MS"/>
                <a:sym typeface="Trebuchet MS"/>
              </a:rPr>
              <a:t>Falta de Respaldos y pérdida de datos</a:t>
            </a:r>
            <a:endParaRPr sz="1500">
              <a:latin typeface="Trebuchet MS"/>
              <a:ea typeface="Trebuchet MS"/>
              <a:cs typeface="Trebuchet MS"/>
              <a:sym typeface="Trebuchet MS"/>
            </a:endParaRPr>
          </a:p>
        </p:txBody>
      </p:sp>
      <p:sp>
        <p:nvSpPr>
          <p:cNvPr id="178" name="Google Shape;178;p2"/>
          <p:cNvSpPr/>
          <p:nvPr/>
        </p:nvSpPr>
        <p:spPr>
          <a:xfrm>
            <a:off x="697075" y="1196575"/>
            <a:ext cx="4886100" cy="5207100"/>
          </a:xfrm>
          <a:prstGeom prst="roundRect">
            <a:avLst>
              <a:gd name="adj" fmla="val 10901"/>
            </a:avLst>
          </a:prstGeom>
          <a:solidFill>
            <a:schemeClr val="lt1"/>
          </a:solidFill>
          <a:ln w="19050" cap="rnd"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s-MX" sz="2800" u="sng">
                <a:solidFill>
                  <a:srgbClr val="3F3F3F"/>
                </a:solidFill>
                <a:latin typeface="Poppins"/>
                <a:ea typeface="Poppins"/>
                <a:cs typeface="Poppins"/>
                <a:sym typeface="Poppins"/>
              </a:rPr>
              <a:t>Problema o dolor</a:t>
            </a:r>
            <a:endParaRPr>
              <a:solidFill>
                <a:srgbClr val="3F3F3F"/>
              </a:solidFill>
              <a:latin typeface="Poppins"/>
              <a:ea typeface="Poppins"/>
              <a:cs typeface="Poppins"/>
              <a:sym typeface="Poppins"/>
            </a:endParaRPr>
          </a:p>
          <a:p>
            <a:pPr marL="0" marR="0" lvl="0" indent="0" algn="ctr" rtl="0">
              <a:spcBef>
                <a:spcPts val="0"/>
              </a:spcBef>
              <a:spcAft>
                <a:spcPts val="0"/>
              </a:spcAft>
              <a:buNone/>
            </a:pPr>
            <a:endParaRPr sz="1800" u="sng">
              <a:solidFill>
                <a:srgbClr val="3F3F3F"/>
              </a:solidFill>
              <a:latin typeface="Trebuchet MS"/>
              <a:ea typeface="Trebuchet MS"/>
              <a:cs typeface="Trebuchet MS"/>
              <a:sym typeface="Trebuchet MS"/>
            </a:endParaRPr>
          </a:p>
          <a:p>
            <a:pPr marL="0" marR="0" lvl="0" indent="0" algn="just" rtl="0">
              <a:spcBef>
                <a:spcPts val="0"/>
              </a:spcBef>
              <a:spcAft>
                <a:spcPts val="0"/>
              </a:spcAft>
              <a:buNone/>
            </a:pPr>
            <a:r>
              <a:rPr lang="es-MX" sz="1800">
                <a:solidFill>
                  <a:srgbClr val="3F3F3F"/>
                </a:solidFill>
                <a:latin typeface="Barlow"/>
                <a:ea typeface="Barlow"/>
                <a:cs typeface="Barlow"/>
                <a:sym typeface="Barlow"/>
              </a:rPr>
              <a:t>La empresa PCCD actualmente gestiona la creación de órdenes de trabajo mediante planillas de Excel. Este manejo manual de la información genera diversas dificultades, entre las que destacan:</a:t>
            </a:r>
            <a:endParaRPr sz="1800">
              <a:solidFill>
                <a:srgbClr val="3F3F3F"/>
              </a:solidFill>
              <a:latin typeface="Barlow"/>
              <a:ea typeface="Barlow"/>
              <a:cs typeface="Barlow"/>
              <a:sym typeface="Barlow"/>
            </a:endParaRPr>
          </a:p>
          <a:p>
            <a:pPr marL="0" marR="0" lvl="0" indent="0" algn="just" rtl="0">
              <a:spcBef>
                <a:spcPts val="0"/>
              </a:spcBef>
              <a:spcAft>
                <a:spcPts val="0"/>
              </a:spcAft>
              <a:buNone/>
            </a:pPr>
            <a:endParaRPr sz="1800">
              <a:solidFill>
                <a:srgbClr val="3F3F3F"/>
              </a:solidFill>
              <a:latin typeface="Barlow"/>
              <a:ea typeface="Barlow"/>
              <a:cs typeface="Barlow"/>
              <a:sym typeface="Barlow"/>
            </a:endParaRPr>
          </a:p>
          <a:p>
            <a:pPr marL="457200" marR="0" lvl="0" indent="-342900" algn="just" rtl="0">
              <a:lnSpc>
                <a:spcPct val="115000"/>
              </a:lnSpc>
              <a:spcBef>
                <a:spcPts val="0"/>
              </a:spcBef>
              <a:spcAft>
                <a:spcPts val="0"/>
              </a:spcAft>
              <a:buClr>
                <a:srgbClr val="3F3F3F"/>
              </a:buClr>
              <a:buSzPts val="1800"/>
              <a:buFont typeface="Barlow"/>
              <a:buChar char="●"/>
            </a:pPr>
            <a:r>
              <a:rPr lang="es-MX" sz="1800">
                <a:solidFill>
                  <a:srgbClr val="3F3F3F"/>
                </a:solidFill>
                <a:latin typeface="Barlow"/>
                <a:ea typeface="Barlow"/>
                <a:cs typeface="Barlow"/>
                <a:sym typeface="Barlow"/>
              </a:rPr>
              <a:t>La alta probabilidad de cometer errores en el registro de datos </a:t>
            </a:r>
            <a:endParaRPr sz="1800">
              <a:solidFill>
                <a:srgbClr val="3F3F3F"/>
              </a:solidFill>
              <a:latin typeface="Barlow"/>
              <a:ea typeface="Barlow"/>
              <a:cs typeface="Barlow"/>
              <a:sym typeface="Barlow"/>
            </a:endParaRPr>
          </a:p>
          <a:p>
            <a:pPr marL="457200" marR="0" lvl="0" indent="-342900" algn="just" rtl="0">
              <a:lnSpc>
                <a:spcPct val="115000"/>
              </a:lnSpc>
              <a:spcBef>
                <a:spcPts val="0"/>
              </a:spcBef>
              <a:spcAft>
                <a:spcPts val="0"/>
              </a:spcAft>
              <a:buClr>
                <a:srgbClr val="3F3F3F"/>
              </a:buClr>
              <a:buSzPts val="1800"/>
              <a:buFont typeface="Barlow"/>
              <a:buChar char="●"/>
            </a:pPr>
            <a:r>
              <a:rPr lang="es-MX" sz="1800">
                <a:solidFill>
                  <a:srgbClr val="3F3F3F"/>
                </a:solidFill>
                <a:latin typeface="Barlow"/>
                <a:ea typeface="Barlow"/>
                <a:cs typeface="Barlow"/>
                <a:sym typeface="Barlow"/>
              </a:rPr>
              <a:t>La duplicidad o inconsistencia de la información</a:t>
            </a:r>
            <a:endParaRPr sz="1800">
              <a:solidFill>
                <a:srgbClr val="3F3F3F"/>
              </a:solidFill>
              <a:latin typeface="Barlow"/>
              <a:ea typeface="Barlow"/>
              <a:cs typeface="Barlow"/>
              <a:sym typeface="Barlow"/>
            </a:endParaRPr>
          </a:p>
          <a:p>
            <a:pPr marL="457200" marR="0" lvl="0" indent="-342900" algn="just" rtl="0">
              <a:lnSpc>
                <a:spcPct val="115000"/>
              </a:lnSpc>
              <a:spcBef>
                <a:spcPts val="0"/>
              </a:spcBef>
              <a:spcAft>
                <a:spcPts val="0"/>
              </a:spcAft>
              <a:buClr>
                <a:srgbClr val="3F3F3F"/>
              </a:buClr>
              <a:buSzPts val="1800"/>
              <a:buFont typeface="Barlow"/>
              <a:buChar char="●"/>
            </a:pPr>
            <a:r>
              <a:rPr lang="es-MX" sz="1800">
                <a:solidFill>
                  <a:srgbClr val="3F3F3F"/>
                </a:solidFill>
                <a:latin typeface="Barlow"/>
                <a:ea typeface="Barlow"/>
                <a:cs typeface="Barlow"/>
                <a:sym typeface="Barlow"/>
              </a:rPr>
              <a:t>La pérdida de antecedentes relevantes asociados a cada servicio. </a:t>
            </a:r>
            <a:endParaRPr sz="1800">
              <a:solidFill>
                <a:srgbClr val="3F3F3F"/>
              </a:solidFill>
              <a:latin typeface="Barlow"/>
              <a:ea typeface="Barlow"/>
              <a:cs typeface="Barlow"/>
              <a:sym typeface="Barlow"/>
            </a:endParaRPr>
          </a:p>
          <a:p>
            <a:pPr marL="0" marR="0" lvl="0" indent="0" algn="ctr" rtl="0">
              <a:spcBef>
                <a:spcPts val="0"/>
              </a:spcBef>
              <a:spcAft>
                <a:spcPts val="0"/>
              </a:spcAft>
              <a:buNone/>
            </a:pPr>
            <a:endParaRPr sz="1800" u="sng">
              <a:solidFill>
                <a:srgbClr val="3F3F3F"/>
              </a:solidFill>
              <a:latin typeface="Trebuchet MS"/>
              <a:ea typeface="Trebuchet MS"/>
              <a:cs typeface="Trebuchet MS"/>
              <a:sym typeface="Trebuchet MS"/>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93DF5F"/>
        </a:solidFill>
        <a:effectLst/>
      </p:bgPr>
    </p:bg>
    <p:spTree>
      <p:nvGrpSpPr>
        <p:cNvPr id="1" name="Shape 182"/>
        <p:cNvGrpSpPr/>
        <p:nvPr/>
      </p:nvGrpSpPr>
      <p:grpSpPr>
        <a:xfrm>
          <a:off x="0" y="0"/>
          <a:ext cx="0" cy="0"/>
          <a:chOff x="0" y="0"/>
          <a:chExt cx="0" cy="0"/>
        </a:xfrm>
      </p:grpSpPr>
      <p:pic>
        <p:nvPicPr>
          <p:cNvPr id="183" name="Google Shape;183;g3ab7ccddaf5_0_72"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184" name="Google Shape;184;g3ab7ccddaf5_0_72"/>
          <p:cNvSpPr txBox="1"/>
          <p:nvPr/>
        </p:nvSpPr>
        <p:spPr>
          <a:xfrm>
            <a:off x="136188" y="368928"/>
            <a:ext cx="121920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800">
                <a:solidFill>
                  <a:srgbClr val="757575"/>
                </a:solidFill>
                <a:latin typeface="Trebuchet MS"/>
                <a:ea typeface="Trebuchet MS"/>
                <a:cs typeface="Trebuchet MS"/>
                <a:sym typeface="Trebuchet MS"/>
              </a:rPr>
              <a:t>PROYECTO “CLEAN ORDER”</a:t>
            </a:r>
            <a:endParaRPr/>
          </a:p>
        </p:txBody>
      </p:sp>
      <p:cxnSp>
        <p:nvCxnSpPr>
          <p:cNvPr id="185" name="Google Shape;185;g3ab7ccddaf5_0_72"/>
          <p:cNvCxnSpPr/>
          <p:nvPr/>
        </p:nvCxnSpPr>
        <p:spPr>
          <a:xfrm>
            <a:off x="0" y="758027"/>
            <a:ext cx="4085700" cy="0"/>
          </a:xfrm>
          <a:prstGeom prst="straightConnector1">
            <a:avLst/>
          </a:prstGeom>
          <a:noFill/>
          <a:ln w="15875" cap="flat" cmpd="sng">
            <a:solidFill>
              <a:srgbClr val="FAFDF1"/>
            </a:solidFill>
            <a:prstDash val="solid"/>
            <a:round/>
            <a:headEnd type="none" w="sm" len="sm"/>
            <a:tailEnd type="none" w="sm" len="sm"/>
          </a:ln>
        </p:spPr>
      </p:cxnSp>
      <p:sp>
        <p:nvSpPr>
          <p:cNvPr id="186" name="Google Shape;186;g3ab7ccddaf5_0_72"/>
          <p:cNvSpPr/>
          <p:nvPr/>
        </p:nvSpPr>
        <p:spPr>
          <a:xfrm>
            <a:off x="1044450" y="1496300"/>
            <a:ext cx="10103100" cy="2253300"/>
          </a:xfrm>
          <a:prstGeom prst="roundRect">
            <a:avLst>
              <a:gd name="adj" fmla="val 10901"/>
            </a:avLst>
          </a:prstGeom>
          <a:solidFill>
            <a:schemeClr val="lt1"/>
          </a:solidFill>
          <a:ln w="19050" cap="rnd"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s-MX" sz="2800" u="sng">
                <a:solidFill>
                  <a:srgbClr val="3F3F3F"/>
                </a:solidFill>
                <a:latin typeface="Poppins"/>
                <a:ea typeface="Poppins"/>
                <a:cs typeface="Poppins"/>
                <a:sym typeface="Poppins"/>
              </a:rPr>
              <a:t>Propuesta de solución</a:t>
            </a:r>
            <a:endParaRPr>
              <a:solidFill>
                <a:srgbClr val="3F3F3F"/>
              </a:solidFill>
              <a:latin typeface="Poppins"/>
              <a:ea typeface="Poppins"/>
              <a:cs typeface="Poppins"/>
              <a:sym typeface="Poppins"/>
            </a:endParaRPr>
          </a:p>
          <a:p>
            <a:pPr marL="0" marR="0" lvl="0" indent="0" algn="ctr" rtl="0">
              <a:spcBef>
                <a:spcPts val="0"/>
              </a:spcBef>
              <a:spcAft>
                <a:spcPts val="0"/>
              </a:spcAft>
              <a:buNone/>
            </a:pPr>
            <a:endParaRPr sz="1800" u="sng">
              <a:solidFill>
                <a:srgbClr val="3F3F3F"/>
              </a:solidFill>
              <a:latin typeface="Trebuchet MS"/>
              <a:ea typeface="Trebuchet MS"/>
              <a:cs typeface="Trebuchet MS"/>
              <a:sym typeface="Trebuchet MS"/>
            </a:endParaRPr>
          </a:p>
          <a:p>
            <a:pPr marL="0" marR="0" lvl="0" indent="0" algn="just" rtl="0">
              <a:spcBef>
                <a:spcPts val="0"/>
              </a:spcBef>
              <a:spcAft>
                <a:spcPts val="0"/>
              </a:spcAft>
              <a:buNone/>
            </a:pPr>
            <a:r>
              <a:rPr lang="es-MX" sz="1800">
                <a:solidFill>
                  <a:srgbClr val="3F3F3F"/>
                </a:solidFill>
                <a:latin typeface="Barlow"/>
                <a:ea typeface="Barlow"/>
                <a:cs typeface="Barlow"/>
                <a:sym typeface="Barlow"/>
              </a:rPr>
              <a:t>Como respuesta a las dificultades detectadas en el uso de planillas de Excel para la gestión de órdenes de trabajo en la empresa de transporte de residuos industriales.</a:t>
            </a:r>
            <a:br>
              <a:rPr lang="es-MX" sz="1800">
                <a:solidFill>
                  <a:srgbClr val="3F3F3F"/>
                </a:solidFill>
                <a:latin typeface="Barlow"/>
                <a:ea typeface="Barlow"/>
                <a:cs typeface="Barlow"/>
                <a:sym typeface="Barlow"/>
              </a:rPr>
            </a:br>
            <a:r>
              <a:rPr lang="es-MX" sz="1800">
                <a:solidFill>
                  <a:srgbClr val="3F3F3F"/>
                </a:solidFill>
                <a:latin typeface="Barlow"/>
                <a:ea typeface="Barlow"/>
                <a:cs typeface="Barlow"/>
                <a:sym typeface="Barlow"/>
              </a:rPr>
              <a:t>Se propone el diseño e implementación de un sistema de gestión de órdenes de trabajo basado en arquitectura web, integrado con una aplicación móvil para el personal en terreno.</a:t>
            </a:r>
            <a:endParaRPr sz="1800">
              <a:solidFill>
                <a:srgbClr val="3F3F3F"/>
              </a:solidFill>
              <a:latin typeface="Barlow"/>
              <a:ea typeface="Barlow"/>
              <a:cs typeface="Barlow"/>
              <a:sym typeface="Barlow"/>
            </a:endParaRPr>
          </a:p>
        </p:txBody>
      </p:sp>
      <p:pic>
        <p:nvPicPr>
          <p:cNvPr id="187" name="Google Shape;187;g3ab7ccddaf5_0_72"/>
          <p:cNvPicPr preferRelativeResize="0"/>
          <p:nvPr/>
        </p:nvPicPr>
        <p:blipFill rotWithShape="1">
          <a:blip r:embed="rId4">
            <a:alphaModFix/>
          </a:blip>
          <a:srcRect/>
          <a:stretch/>
        </p:blipFill>
        <p:spPr>
          <a:xfrm>
            <a:off x="598319" y="4598136"/>
            <a:ext cx="1666957" cy="1666957"/>
          </a:xfrm>
          <a:prstGeom prst="rect">
            <a:avLst/>
          </a:prstGeom>
          <a:noFill/>
          <a:ln>
            <a:noFill/>
          </a:ln>
        </p:spPr>
      </p:pic>
      <p:pic>
        <p:nvPicPr>
          <p:cNvPr id="188" name="Google Shape;188;g3ab7ccddaf5_0_72"/>
          <p:cNvPicPr preferRelativeResize="0"/>
          <p:nvPr/>
        </p:nvPicPr>
        <p:blipFill rotWithShape="1">
          <a:blip r:embed="rId5">
            <a:alphaModFix/>
          </a:blip>
          <a:srcRect/>
          <a:stretch/>
        </p:blipFill>
        <p:spPr>
          <a:xfrm>
            <a:off x="2976175" y="4900818"/>
            <a:ext cx="1061581" cy="1061581"/>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pic>
        <p:nvPicPr>
          <p:cNvPr id="193" name="Google Shape;193;p4"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194" name="Google Shape;194;p4"/>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800">
                <a:solidFill>
                  <a:srgbClr val="757575"/>
                </a:solidFill>
                <a:latin typeface="Trebuchet MS"/>
                <a:ea typeface="Trebuchet MS"/>
                <a:cs typeface="Trebuchet MS"/>
                <a:sym typeface="Trebuchet MS"/>
              </a:rPr>
              <a:t>PROYECTO “CLEAN ORDER”</a:t>
            </a:r>
            <a:endParaRPr/>
          </a:p>
        </p:txBody>
      </p:sp>
      <p:sp>
        <p:nvSpPr>
          <p:cNvPr id="195" name="Google Shape;195;p4"/>
          <p:cNvSpPr txBox="1"/>
          <p:nvPr/>
        </p:nvSpPr>
        <p:spPr>
          <a:xfrm>
            <a:off x="0" y="1384304"/>
            <a:ext cx="12192000" cy="646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3600">
                <a:solidFill>
                  <a:srgbClr val="3F3F3F"/>
                </a:solidFill>
                <a:latin typeface="Trebuchet MS"/>
                <a:ea typeface="Trebuchet MS"/>
                <a:cs typeface="Trebuchet MS"/>
                <a:sym typeface="Trebuchet MS"/>
              </a:rPr>
              <a:t>Objetivo General</a:t>
            </a:r>
            <a:endParaRPr sz="1800">
              <a:solidFill>
                <a:srgbClr val="3F3F3F"/>
              </a:solidFill>
              <a:latin typeface="Trebuchet MS"/>
              <a:ea typeface="Trebuchet MS"/>
              <a:cs typeface="Trebuchet MS"/>
              <a:sym typeface="Trebuchet MS"/>
            </a:endParaRPr>
          </a:p>
        </p:txBody>
      </p:sp>
      <p:cxnSp>
        <p:nvCxnSpPr>
          <p:cNvPr id="196" name="Google Shape;196;p4"/>
          <p:cNvCxnSpPr/>
          <p:nvPr/>
        </p:nvCxnSpPr>
        <p:spPr>
          <a:xfrm>
            <a:off x="0" y="758027"/>
            <a:ext cx="4085617" cy="0"/>
          </a:xfrm>
          <a:prstGeom prst="straightConnector1">
            <a:avLst/>
          </a:prstGeom>
          <a:noFill/>
          <a:ln w="15875" cap="flat" cmpd="sng">
            <a:solidFill>
              <a:srgbClr val="FAFDF1"/>
            </a:solidFill>
            <a:prstDash val="solid"/>
            <a:round/>
            <a:headEnd type="none" w="sm" len="sm"/>
            <a:tailEnd type="none" w="sm" len="sm"/>
          </a:ln>
        </p:spPr>
      </p:cxnSp>
      <p:sp>
        <p:nvSpPr>
          <p:cNvPr id="197" name="Google Shape;197;p4"/>
          <p:cNvSpPr txBox="1"/>
          <p:nvPr/>
        </p:nvSpPr>
        <p:spPr>
          <a:xfrm>
            <a:off x="1" y="4082446"/>
            <a:ext cx="12192000" cy="646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3600">
                <a:solidFill>
                  <a:srgbClr val="3F3F3F"/>
                </a:solidFill>
                <a:latin typeface="Trebuchet MS"/>
                <a:ea typeface="Trebuchet MS"/>
                <a:cs typeface="Trebuchet MS"/>
                <a:sym typeface="Trebuchet MS"/>
              </a:rPr>
              <a:t>Objetivos Específicos</a:t>
            </a:r>
            <a:endParaRPr sz="1800">
              <a:solidFill>
                <a:srgbClr val="3F3F3F"/>
              </a:solidFill>
              <a:latin typeface="Trebuchet MS"/>
              <a:ea typeface="Trebuchet MS"/>
              <a:cs typeface="Trebuchet MS"/>
              <a:sym typeface="Trebuchet MS"/>
            </a:endParaRPr>
          </a:p>
        </p:txBody>
      </p:sp>
      <p:sp>
        <p:nvSpPr>
          <p:cNvPr id="198" name="Google Shape;198;p4"/>
          <p:cNvSpPr/>
          <p:nvPr/>
        </p:nvSpPr>
        <p:spPr>
          <a:xfrm>
            <a:off x="614515" y="2040571"/>
            <a:ext cx="10962967" cy="1575221"/>
          </a:xfrm>
          <a:prstGeom prst="roundRect">
            <a:avLst>
              <a:gd name="adj" fmla="val 16667"/>
            </a:avLst>
          </a:prstGeom>
          <a:solidFill>
            <a:schemeClr val="lt1"/>
          </a:solidFill>
          <a:ln w="19050" cap="rnd"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MX" sz="1800">
                <a:solidFill>
                  <a:srgbClr val="3F3F3F"/>
                </a:solidFill>
                <a:latin typeface="Trebuchet MS"/>
                <a:ea typeface="Trebuchet MS"/>
                <a:cs typeface="Trebuchet MS"/>
                <a:sym typeface="Trebuchet MS"/>
              </a:rPr>
              <a:t>Diseñar e implementar un sistema de gestión de órdenes de trabajo para la empresa de transporte de residuos industriales, con el fin de optimizar el manejo de la información, hacer más eficientes los procesos de ingreso y seguimiento de órdenes, reducir errores y tiempos asociados a la gestión manual, y mantener un control adecuado trazable de cada trabajo.</a:t>
            </a:r>
            <a:endParaRPr sz="1800">
              <a:solidFill>
                <a:srgbClr val="3F3F3F"/>
              </a:solidFill>
              <a:latin typeface="Trebuchet MS"/>
              <a:ea typeface="Trebuchet MS"/>
              <a:cs typeface="Trebuchet MS"/>
              <a:sym typeface="Trebuchet MS"/>
            </a:endParaRPr>
          </a:p>
        </p:txBody>
      </p:sp>
      <p:sp>
        <p:nvSpPr>
          <p:cNvPr id="199" name="Google Shape;199;p4"/>
          <p:cNvSpPr/>
          <p:nvPr/>
        </p:nvSpPr>
        <p:spPr>
          <a:xfrm>
            <a:off x="614514" y="4732407"/>
            <a:ext cx="10962967" cy="1575221"/>
          </a:xfrm>
          <a:prstGeom prst="roundRect">
            <a:avLst>
              <a:gd name="adj" fmla="val 16667"/>
            </a:avLst>
          </a:prstGeom>
          <a:solidFill>
            <a:schemeClr val="lt1"/>
          </a:solidFill>
          <a:ln w="19050" cap="rnd"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285750" marR="0" lvl="0" indent="-285750" algn="l" rtl="0">
              <a:spcBef>
                <a:spcPts val="0"/>
              </a:spcBef>
              <a:spcAft>
                <a:spcPts val="0"/>
              </a:spcAft>
              <a:buClr>
                <a:srgbClr val="3F3F3F"/>
              </a:buClr>
              <a:buSzPts val="1800"/>
              <a:buFont typeface="Arial"/>
              <a:buChar char="•"/>
            </a:pPr>
            <a:r>
              <a:rPr lang="es-MX" sz="1800">
                <a:solidFill>
                  <a:srgbClr val="3F3F3F"/>
                </a:solidFill>
                <a:latin typeface="Trebuchet MS"/>
                <a:ea typeface="Trebuchet MS"/>
                <a:cs typeface="Trebuchet MS"/>
                <a:sym typeface="Trebuchet MS"/>
              </a:rPr>
              <a:t>Analizar el proceso actual de ingreso y gestión de órdenes de trabajo en la empresa.</a:t>
            </a:r>
            <a:endParaRPr>
              <a:solidFill>
                <a:srgbClr val="3F3F3F"/>
              </a:solidFill>
            </a:endParaRPr>
          </a:p>
          <a:p>
            <a:pPr marL="285750" marR="0" lvl="0" indent="-285750" algn="l" rtl="0">
              <a:spcBef>
                <a:spcPts val="0"/>
              </a:spcBef>
              <a:spcAft>
                <a:spcPts val="0"/>
              </a:spcAft>
              <a:buClr>
                <a:srgbClr val="3F3F3F"/>
              </a:buClr>
              <a:buSzPts val="1800"/>
              <a:buFont typeface="Arial"/>
              <a:buChar char="•"/>
            </a:pPr>
            <a:r>
              <a:rPr lang="es-MX" sz="1800">
                <a:solidFill>
                  <a:srgbClr val="3F3F3F"/>
                </a:solidFill>
                <a:latin typeface="Trebuchet MS"/>
                <a:ea typeface="Trebuchet MS"/>
                <a:cs typeface="Trebuchet MS"/>
                <a:sym typeface="Trebuchet MS"/>
              </a:rPr>
              <a:t>Definir historias de usuario para desarrollo del sistema y de la app móvil.</a:t>
            </a:r>
            <a:endParaRPr>
              <a:solidFill>
                <a:srgbClr val="3F3F3F"/>
              </a:solidFill>
            </a:endParaRPr>
          </a:p>
          <a:p>
            <a:pPr marL="285750" marR="0" lvl="0" indent="-285750" algn="l" rtl="0">
              <a:spcBef>
                <a:spcPts val="0"/>
              </a:spcBef>
              <a:spcAft>
                <a:spcPts val="0"/>
              </a:spcAft>
              <a:buClr>
                <a:srgbClr val="3F3F3F"/>
              </a:buClr>
              <a:buSzPts val="1800"/>
              <a:buFont typeface="Arial"/>
              <a:buChar char="•"/>
            </a:pPr>
            <a:r>
              <a:rPr lang="es-MX" sz="1800">
                <a:solidFill>
                  <a:srgbClr val="3F3F3F"/>
                </a:solidFill>
                <a:latin typeface="Trebuchet MS"/>
                <a:ea typeface="Trebuchet MS"/>
                <a:cs typeface="Trebuchet MS"/>
                <a:sym typeface="Trebuchet MS"/>
              </a:rPr>
              <a:t>Desarrollar un prototipo funcional que permita crear, asignar y actualizar el estado de órdenes.</a:t>
            </a:r>
            <a:endParaRPr>
              <a:solidFill>
                <a:srgbClr val="3F3F3F"/>
              </a:solidFill>
            </a:endParaRPr>
          </a:p>
          <a:p>
            <a:pPr marL="285750" marR="0" lvl="0" indent="-285750" algn="l" rtl="0">
              <a:spcBef>
                <a:spcPts val="0"/>
              </a:spcBef>
              <a:spcAft>
                <a:spcPts val="0"/>
              </a:spcAft>
              <a:buClr>
                <a:srgbClr val="3F3F3F"/>
              </a:buClr>
              <a:buSzPts val="1800"/>
              <a:buFont typeface="Arial"/>
              <a:buChar char="•"/>
            </a:pPr>
            <a:r>
              <a:rPr lang="es-MX" sz="1800">
                <a:solidFill>
                  <a:srgbClr val="3F3F3F"/>
                </a:solidFill>
                <a:latin typeface="Trebuchet MS"/>
                <a:ea typeface="Trebuchet MS"/>
                <a:cs typeface="Trebuchet MS"/>
                <a:sym typeface="Trebuchet MS"/>
              </a:rPr>
              <a:t>Evaluar el prototipo mediante pruebas, verificando la reducción de errores y la mejora en el control de los trabajos realizados.</a:t>
            </a:r>
            <a:endParaRPr>
              <a:solidFill>
                <a:srgbClr val="3F3F3F"/>
              </a:solidFill>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7"/>
                                        </p:tgtEl>
                                        <p:attrNameLst>
                                          <p:attrName>style.visibility</p:attrName>
                                        </p:attrNameLst>
                                      </p:cBhvr>
                                      <p:to>
                                        <p:strVal val="visible"/>
                                      </p:to>
                                    </p:set>
                                    <p:animEffect transition="in" filter="fade">
                                      <p:cBhvr>
                                        <p:cTn id="7" dur="500"/>
                                        <p:tgtEl>
                                          <p:spTgt spid="197"/>
                                        </p:tgtEl>
                                      </p:cBhvr>
                                    </p:animEffect>
                                  </p:childTnLst>
                                </p:cTn>
                              </p:par>
                              <p:par>
                                <p:cTn id="8" presetID="10" presetClass="entr" presetSubtype="0" fill="hold" nodeType="withEffect">
                                  <p:stCondLst>
                                    <p:cond delay="0"/>
                                  </p:stCondLst>
                                  <p:childTnLst>
                                    <p:set>
                                      <p:cBhvr>
                                        <p:cTn id="9" dur="1" fill="hold">
                                          <p:stCondLst>
                                            <p:cond delay="0"/>
                                          </p:stCondLst>
                                        </p:cTn>
                                        <p:tgtEl>
                                          <p:spTgt spid="199"/>
                                        </p:tgtEl>
                                        <p:attrNameLst>
                                          <p:attrName>style.visibility</p:attrName>
                                        </p:attrNameLst>
                                      </p:cBhvr>
                                      <p:to>
                                        <p:strVal val="visible"/>
                                      </p:to>
                                    </p:set>
                                    <p:animEffect transition="in" filter="fade">
                                      <p:cBhvr>
                                        <p:cTn id="10" dur="500"/>
                                        <p:tgtEl>
                                          <p:spTgt spid="1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93DF5F"/>
        </a:solidFill>
        <a:effectLst/>
      </p:bgPr>
    </p:bg>
    <p:spTree>
      <p:nvGrpSpPr>
        <p:cNvPr id="1" name="Shape 203"/>
        <p:cNvGrpSpPr/>
        <p:nvPr/>
      </p:nvGrpSpPr>
      <p:grpSpPr>
        <a:xfrm>
          <a:off x="0" y="0"/>
          <a:ext cx="0" cy="0"/>
          <a:chOff x="0" y="0"/>
          <a:chExt cx="0" cy="0"/>
        </a:xfrm>
      </p:grpSpPr>
      <p:pic>
        <p:nvPicPr>
          <p:cNvPr id="204" name="Google Shape;204;g3ab7a89cde6_0_4"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205" name="Google Shape;205;g3ab7a89cde6_0_4"/>
          <p:cNvSpPr txBox="1"/>
          <p:nvPr/>
        </p:nvSpPr>
        <p:spPr>
          <a:xfrm>
            <a:off x="136188" y="368928"/>
            <a:ext cx="121920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800">
                <a:solidFill>
                  <a:srgbClr val="757575"/>
                </a:solidFill>
                <a:latin typeface="Trebuchet MS"/>
                <a:ea typeface="Trebuchet MS"/>
                <a:cs typeface="Trebuchet MS"/>
                <a:sym typeface="Trebuchet MS"/>
              </a:rPr>
              <a:t>PROYECTO “CLEAN ORDER”</a:t>
            </a:r>
            <a:endParaRPr/>
          </a:p>
        </p:txBody>
      </p:sp>
      <p:cxnSp>
        <p:nvCxnSpPr>
          <p:cNvPr id="206" name="Google Shape;206;g3ab7a89cde6_0_4"/>
          <p:cNvCxnSpPr/>
          <p:nvPr/>
        </p:nvCxnSpPr>
        <p:spPr>
          <a:xfrm>
            <a:off x="0" y="758027"/>
            <a:ext cx="4085700" cy="0"/>
          </a:xfrm>
          <a:prstGeom prst="straightConnector1">
            <a:avLst/>
          </a:prstGeom>
          <a:noFill/>
          <a:ln w="15875" cap="flat" cmpd="sng">
            <a:solidFill>
              <a:srgbClr val="FAFDF1"/>
            </a:solidFill>
            <a:prstDash val="solid"/>
            <a:round/>
            <a:headEnd type="none" w="sm" len="sm"/>
            <a:tailEnd type="none" w="sm" len="sm"/>
          </a:ln>
        </p:spPr>
      </p:cxnSp>
      <p:sp>
        <p:nvSpPr>
          <p:cNvPr id="207" name="Google Shape;207;g3ab7a89cde6_0_4"/>
          <p:cNvSpPr txBox="1"/>
          <p:nvPr/>
        </p:nvSpPr>
        <p:spPr>
          <a:xfrm>
            <a:off x="3633300" y="738225"/>
            <a:ext cx="4925400" cy="7389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s-MX" sz="3600" b="1">
                <a:solidFill>
                  <a:srgbClr val="FFFFFF"/>
                </a:solidFill>
                <a:latin typeface="Poppins"/>
                <a:ea typeface="Poppins"/>
                <a:cs typeface="Poppins"/>
                <a:sym typeface="Poppins"/>
              </a:rPr>
              <a:t>Propuesta de valor</a:t>
            </a:r>
            <a:endParaRPr sz="3600">
              <a:solidFill>
                <a:srgbClr val="F3F3F3"/>
              </a:solidFill>
              <a:latin typeface="Poppins"/>
              <a:ea typeface="Poppins"/>
              <a:cs typeface="Poppins"/>
              <a:sym typeface="Poppins"/>
            </a:endParaRPr>
          </a:p>
        </p:txBody>
      </p:sp>
      <p:grpSp>
        <p:nvGrpSpPr>
          <p:cNvPr id="208" name="Google Shape;208;g3ab7a89cde6_0_4"/>
          <p:cNvGrpSpPr/>
          <p:nvPr/>
        </p:nvGrpSpPr>
        <p:grpSpPr>
          <a:xfrm>
            <a:off x="89074" y="1682045"/>
            <a:ext cx="5802223" cy="4417980"/>
            <a:chOff x="0" y="-32417"/>
            <a:chExt cx="7633500" cy="4417980"/>
          </a:xfrm>
        </p:grpSpPr>
        <p:sp>
          <p:nvSpPr>
            <p:cNvPr id="209" name="Google Shape;209;g3ab7a89cde6_0_4"/>
            <p:cNvSpPr/>
            <p:nvPr/>
          </p:nvSpPr>
          <p:spPr>
            <a:xfrm>
              <a:off x="0" y="0"/>
              <a:ext cx="7633500" cy="1359600"/>
            </a:xfrm>
            <a:prstGeom prst="roundRect">
              <a:avLst>
                <a:gd name="adj" fmla="val 10000"/>
              </a:avLst>
            </a:prstGeom>
            <a:gradFill>
              <a:gsLst>
                <a:gs pos="0">
                  <a:srgbClr val="3F7818"/>
                </a:gs>
                <a:gs pos="100000">
                  <a:srgbClr val="3F7818"/>
                </a:gs>
              </a:gsLst>
              <a:lin ang="5400012" scaled="0"/>
            </a:gradFill>
            <a:ln>
              <a:noFill/>
            </a:ln>
            <a:effectLst>
              <a:outerShdw blurRad="50800" dist="381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10" name="Google Shape;210;g3ab7a89cde6_0_4"/>
            <p:cNvSpPr txBox="1"/>
            <p:nvPr/>
          </p:nvSpPr>
          <p:spPr>
            <a:xfrm>
              <a:off x="548493" y="-32417"/>
              <a:ext cx="5970900" cy="1359600"/>
            </a:xfrm>
            <a:prstGeom prst="rect">
              <a:avLst/>
            </a:prstGeom>
            <a:noFill/>
            <a:ln>
              <a:noFill/>
            </a:ln>
          </p:spPr>
          <p:txBody>
            <a:bodyPr spcFirstLastPara="1" wrap="square" lIns="102850" tIns="102850" rIns="102850" bIns="102850" anchor="t" anchorCtr="0">
              <a:noAutofit/>
            </a:bodyPr>
            <a:lstStyle/>
            <a:p>
              <a:pPr marL="0" marR="0" lvl="0" indent="0" algn="ctr" rtl="0">
                <a:spcBef>
                  <a:spcPts val="0"/>
                </a:spcBef>
                <a:spcAft>
                  <a:spcPts val="0"/>
                </a:spcAft>
                <a:buNone/>
              </a:pPr>
              <a:r>
                <a:rPr lang="es-MX" sz="2400" b="1" i="0" u="none" strike="noStrike" cap="none">
                  <a:solidFill>
                    <a:srgbClr val="FFFFFF"/>
                  </a:solidFill>
                  <a:latin typeface="Poppins"/>
                  <a:ea typeface="Poppins"/>
                  <a:cs typeface="Poppins"/>
                  <a:sym typeface="Poppins"/>
                </a:rPr>
                <a:t>Digitaliza un proceso manual crítico</a:t>
              </a:r>
              <a:endParaRPr>
                <a:latin typeface="Poppins"/>
                <a:ea typeface="Poppins"/>
                <a:cs typeface="Poppins"/>
                <a:sym typeface="Poppins"/>
              </a:endParaRPr>
            </a:p>
            <a:p>
              <a:pPr marL="457200" marR="0" lvl="1" indent="0" algn="ctr" rtl="0">
                <a:lnSpc>
                  <a:spcPct val="90000"/>
                </a:lnSpc>
                <a:spcBef>
                  <a:spcPts val="945"/>
                </a:spcBef>
                <a:spcAft>
                  <a:spcPts val="0"/>
                </a:spcAft>
                <a:buNone/>
              </a:pPr>
              <a:r>
                <a:rPr lang="es-MX" sz="1800" i="0" u="none" strike="noStrike" cap="none">
                  <a:solidFill>
                    <a:srgbClr val="FFFFFF"/>
                  </a:solidFill>
                  <a:latin typeface="Poppins"/>
                  <a:ea typeface="Poppins"/>
                  <a:cs typeface="Poppins"/>
                  <a:sym typeface="Poppins"/>
                </a:rPr>
                <a:t>ya no dependen de Excel</a:t>
              </a:r>
              <a:endParaRPr sz="1800" i="0" u="none" strike="noStrike" cap="none">
                <a:solidFill>
                  <a:srgbClr val="FFFFFF"/>
                </a:solidFill>
                <a:latin typeface="Poppins"/>
                <a:ea typeface="Poppins"/>
                <a:cs typeface="Poppins"/>
                <a:sym typeface="Poppins"/>
              </a:endParaRPr>
            </a:p>
          </p:txBody>
        </p:sp>
        <p:sp>
          <p:nvSpPr>
            <p:cNvPr id="211" name="Google Shape;211;g3ab7a89cde6_0_4"/>
            <p:cNvSpPr/>
            <p:nvPr/>
          </p:nvSpPr>
          <p:spPr>
            <a:xfrm>
              <a:off x="0" y="1495502"/>
              <a:ext cx="7633500" cy="1359600"/>
            </a:xfrm>
            <a:prstGeom prst="roundRect">
              <a:avLst>
                <a:gd name="adj" fmla="val 10000"/>
              </a:avLst>
            </a:prstGeom>
            <a:gradFill>
              <a:gsLst>
                <a:gs pos="0">
                  <a:srgbClr val="3F7818"/>
                </a:gs>
                <a:gs pos="100000">
                  <a:srgbClr val="3F7818"/>
                </a:gs>
              </a:gsLst>
              <a:lin ang="5400012" scaled="0"/>
            </a:gradFill>
            <a:ln>
              <a:noFill/>
            </a:ln>
            <a:effectLst>
              <a:outerShdw blurRad="50800" dist="381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12" name="Google Shape;212;g3ab7a89cde6_0_4"/>
            <p:cNvSpPr txBox="1"/>
            <p:nvPr/>
          </p:nvSpPr>
          <p:spPr>
            <a:xfrm>
              <a:off x="492141" y="1563488"/>
              <a:ext cx="6834600" cy="1359600"/>
            </a:xfrm>
            <a:prstGeom prst="rect">
              <a:avLst/>
            </a:prstGeom>
            <a:noFill/>
            <a:ln>
              <a:noFill/>
            </a:ln>
          </p:spPr>
          <p:txBody>
            <a:bodyPr spcFirstLastPara="1" wrap="square" lIns="102850" tIns="102850" rIns="102850" bIns="102850" anchor="t" anchorCtr="0">
              <a:noAutofit/>
            </a:bodyPr>
            <a:lstStyle/>
            <a:p>
              <a:pPr marL="0" marR="0" lvl="0" indent="0" algn="ctr" rtl="0">
                <a:lnSpc>
                  <a:spcPct val="90000"/>
                </a:lnSpc>
                <a:spcBef>
                  <a:spcPts val="0"/>
                </a:spcBef>
                <a:spcAft>
                  <a:spcPts val="0"/>
                </a:spcAft>
                <a:buNone/>
              </a:pPr>
              <a:r>
                <a:rPr lang="es-MX" sz="2400" b="1">
                  <a:solidFill>
                    <a:srgbClr val="FFFFFF"/>
                  </a:solidFill>
                  <a:latin typeface="Poppins"/>
                  <a:ea typeface="Poppins"/>
                  <a:cs typeface="Poppins"/>
                  <a:sym typeface="Poppins"/>
                </a:rPr>
                <a:t>Centraliza toda la información en un solo sistema</a:t>
              </a:r>
              <a:endParaRPr sz="2400" b="1">
                <a:solidFill>
                  <a:srgbClr val="FFFFFF"/>
                </a:solidFill>
                <a:latin typeface="Poppins"/>
                <a:ea typeface="Poppins"/>
                <a:cs typeface="Poppins"/>
                <a:sym typeface="Poppins"/>
              </a:endParaRPr>
            </a:p>
            <a:p>
              <a:pPr marL="457200" marR="0" lvl="1" indent="0" algn="ctr" rtl="0">
                <a:lnSpc>
                  <a:spcPct val="90000"/>
                </a:lnSpc>
                <a:spcBef>
                  <a:spcPts val="945"/>
                </a:spcBef>
                <a:spcAft>
                  <a:spcPts val="0"/>
                </a:spcAft>
                <a:buNone/>
              </a:pPr>
              <a:r>
                <a:rPr lang="es-MX" sz="1800">
                  <a:solidFill>
                    <a:srgbClr val="FFFFFF"/>
                  </a:solidFill>
                  <a:latin typeface="Poppins"/>
                  <a:ea typeface="Poppins"/>
                  <a:cs typeface="Poppins"/>
                  <a:sym typeface="Poppins"/>
                </a:rPr>
                <a:t>órdenes, vehículos, empleados, clientes</a:t>
              </a:r>
              <a:endParaRPr sz="1800" b="0" i="0" u="none" strike="noStrike" cap="none">
                <a:solidFill>
                  <a:srgbClr val="FFFFFF"/>
                </a:solidFill>
                <a:latin typeface="Arial"/>
                <a:ea typeface="Arial"/>
                <a:cs typeface="Arial"/>
                <a:sym typeface="Arial"/>
              </a:endParaRPr>
            </a:p>
          </p:txBody>
        </p:sp>
        <p:sp>
          <p:nvSpPr>
            <p:cNvPr id="213" name="Google Shape;213;g3ab7a89cde6_0_4"/>
            <p:cNvSpPr/>
            <p:nvPr/>
          </p:nvSpPr>
          <p:spPr>
            <a:xfrm>
              <a:off x="0" y="2991005"/>
              <a:ext cx="7633500" cy="1359600"/>
            </a:xfrm>
            <a:prstGeom prst="roundRect">
              <a:avLst>
                <a:gd name="adj" fmla="val 10000"/>
              </a:avLst>
            </a:prstGeom>
            <a:gradFill>
              <a:gsLst>
                <a:gs pos="0">
                  <a:srgbClr val="3F7818"/>
                </a:gs>
                <a:gs pos="100000">
                  <a:srgbClr val="3F7818"/>
                </a:gs>
              </a:gsLst>
              <a:lin ang="5400012" scaled="0"/>
            </a:gradFill>
            <a:ln>
              <a:noFill/>
            </a:ln>
            <a:effectLst>
              <a:outerShdw blurRad="50800" dist="381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14" name="Google Shape;214;g3ab7a89cde6_0_4"/>
            <p:cNvSpPr txBox="1"/>
            <p:nvPr/>
          </p:nvSpPr>
          <p:spPr>
            <a:xfrm>
              <a:off x="1032910" y="3025963"/>
              <a:ext cx="5970900" cy="1359600"/>
            </a:xfrm>
            <a:prstGeom prst="rect">
              <a:avLst/>
            </a:prstGeom>
            <a:noFill/>
            <a:ln>
              <a:noFill/>
            </a:ln>
          </p:spPr>
          <p:txBody>
            <a:bodyPr spcFirstLastPara="1" wrap="square" lIns="102850" tIns="102850" rIns="102850" bIns="102850" anchor="t" anchorCtr="0">
              <a:noAutofit/>
            </a:bodyPr>
            <a:lstStyle/>
            <a:p>
              <a:pPr marL="0" marR="0" lvl="0" indent="0" algn="ctr" rtl="0">
                <a:lnSpc>
                  <a:spcPct val="90000"/>
                </a:lnSpc>
                <a:spcBef>
                  <a:spcPts val="0"/>
                </a:spcBef>
                <a:spcAft>
                  <a:spcPts val="0"/>
                </a:spcAft>
                <a:buNone/>
              </a:pPr>
              <a:r>
                <a:rPr lang="es-MX" sz="2400" b="1">
                  <a:solidFill>
                    <a:srgbClr val="FFFFFF"/>
                  </a:solidFill>
                  <a:latin typeface="Poppins"/>
                  <a:ea typeface="Poppins"/>
                  <a:cs typeface="Poppins"/>
                  <a:sym typeface="Poppins"/>
                </a:rPr>
                <a:t>Mejora la trazabilidad y el control de la operación</a:t>
              </a:r>
              <a:endParaRPr/>
            </a:p>
            <a:p>
              <a:pPr marL="0" marR="0" lvl="0" indent="0" algn="ctr" rtl="0">
                <a:lnSpc>
                  <a:spcPct val="90000"/>
                </a:lnSpc>
                <a:spcBef>
                  <a:spcPts val="0"/>
                </a:spcBef>
                <a:spcAft>
                  <a:spcPts val="0"/>
                </a:spcAft>
                <a:buNone/>
              </a:pPr>
              <a:r>
                <a:rPr lang="es-MX" sz="1800">
                  <a:solidFill>
                    <a:srgbClr val="FFFFFF"/>
                  </a:solidFill>
                  <a:latin typeface="Poppins"/>
                  <a:ea typeface="Poppins"/>
                  <a:cs typeface="Poppins"/>
                  <a:sym typeface="Poppins"/>
                </a:rPr>
                <a:t>se sabe quién hizo qué, cuándo y dónde</a:t>
              </a:r>
              <a:endParaRPr sz="1800" b="0" i="0" u="none" strike="noStrike" cap="none">
                <a:solidFill>
                  <a:srgbClr val="FFFFFF"/>
                </a:solidFill>
                <a:latin typeface="Play"/>
                <a:ea typeface="Play"/>
                <a:cs typeface="Play"/>
                <a:sym typeface="Play"/>
              </a:endParaRPr>
            </a:p>
          </p:txBody>
        </p:sp>
      </p:grpSp>
      <p:grpSp>
        <p:nvGrpSpPr>
          <p:cNvPr id="215" name="Google Shape;215;g3ab7a89cde6_0_4"/>
          <p:cNvGrpSpPr/>
          <p:nvPr/>
        </p:nvGrpSpPr>
        <p:grpSpPr>
          <a:xfrm>
            <a:off x="6079632" y="1628611"/>
            <a:ext cx="6002221" cy="4471414"/>
            <a:chOff x="0" y="-85850"/>
            <a:chExt cx="7633500" cy="4471414"/>
          </a:xfrm>
        </p:grpSpPr>
        <p:sp>
          <p:nvSpPr>
            <p:cNvPr id="216" name="Google Shape;216;g3ab7a89cde6_0_4"/>
            <p:cNvSpPr/>
            <p:nvPr/>
          </p:nvSpPr>
          <p:spPr>
            <a:xfrm>
              <a:off x="0" y="0"/>
              <a:ext cx="7633500" cy="1359600"/>
            </a:xfrm>
            <a:prstGeom prst="roundRect">
              <a:avLst>
                <a:gd name="adj" fmla="val 10000"/>
              </a:avLst>
            </a:prstGeom>
            <a:gradFill>
              <a:gsLst>
                <a:gs pos="0">
                  <a:srgbClr val="3F7818"/>
                </a:gs>
                <a:gs pos="100000">
                  <a:srgbClr val="3F7818"/>
                </a:gs>
              </a:gsLst>
              <a:lin ang="5400012" scaled="0"/>
            </a:gradFill>
            <a:ln>
              <a:noFill/>
            </a:ln>
            <a:effectLst>
              <a:outerShdw blurRad="50800" dist="381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17" name="Google Shape;217;g3ab7a89cde6_0_4"/>
            <p:cNvSpPr txBox="1"/>
            <p:nvPr/>
          </p:nvSpPr>
          <p:spPr>
            <a:xfrm>
              <a:off x="724058" y="-85850"/>
              <a:ext cx="6382500" cy="1359600"/>
            </a:xfrm>
            <a:prstGeom prst="rect">
              <a:avLst/>
            </a:prstGeom>
            <a:noFill/>
            <a:ln>
              <a:noFill/>
            </a:ln>
          </p:spPr>
          <p:txBody>
            <a:bodyPr spcFirstLastPara="1" wrap="square" lIns="102850" tIns="102850" rIns="102850" bIns="102850" anchor="t" anchorCtr="0">
              <a:noAutofit/>
            </a:bodyPr>
            <a:lstStyle/>
            <a:p>
              <a:pPr marL="0" marR="0" lvl="0" indent="0" algn="ctr" rtl="0">
                <a:spcBef>
                  <a:spcPts val="0"/>
                </a:spcBef>
                <a:spcAft>
                  <a:spcPts val="0"/>
                </a:spcAft>
                <a:buNone/>
              </a:pPr>
              <a:r>
                <a:rPr lang="es-MX" sz="2400" b="1">
                  <a:solidFill>
                    <a:srgbClr val="FFFFFF"/>
                  </a:solidFill>
                  <a:latin typeface="Poppins"/>
                  <a:ea typeface="Poppins"/>
                  <a:cs typeface="Poppins"/>
                  <a:sym typeface="Poppins"/>
                </a:rPr>
                <a:t>Reduce errores y tiempos operativos</a:t>
              </a:r>
              <a:endParaRPr sz="2400" b="1">
                <a:solidFill>
                  <a:srgbClr val="FFFFFF"/>
                </a:solidFill>
                <a:latin typeface="Poppins"/>
                <a:ea typeface="Poppins"/>
                <a:cs typeface="Poppins"/>
                <a:sym typeface="Poppins"/>
              </a:endParaRPr>
            </a:p>
            <a:p>
              <a:pPr marL="457200" marR="0" lvl="1" indent="0" algn="ctr" rtl="0">
                <a:lnSpc>
                  <a:spcPct val="90000"/>
                </a:lnSpc>
                <a:spcBef>
                  <a:spcPts val="945"/>
                </a:spcBef>
                <a:spcAft>
                  <a:spcPts val="0"/>
                </a:spcAft>
                <a:buNone/>
              </a:pPr>
              <a:r>
                <a:rPr lang="es-MX" sz="1800">
                  <a:solidFill>
                    <a:srgbClr val="FFFFFF"/>
                  </a:solidFill>
                  <a:latin typeface="Poppins"/>
                  <a:ea typeface="Poppins"/>
                  <a:cs typeface="Poppins"/>
                  <a:sym typeface="Poppins"/>
                </a:rPr>
                <a:t>pasó de 7 minutos por orden a 1 min 20 seg</a:t>
              </a:r>
              <a:endParaRPr sz="1800">
                <a:solidFill>
                  <a:srgbClr val="FFFFFF"/>
                </a:solidFill>
                <a:latin typeface="Poppins"/>
                <a:ea typeface="Poppins"/>
                <a:cs typeface="Poppins"/>
                <a:sym typeface="Poppins"/>
              </a:endParaRPr>
            </a:p>
          </p:txBody>
        </p:sp>
        <p:sp>
          <p:nvSpPr>
            <p:cNvPr id="218" name="Google Shape;218;g3ab7a89cde6_0_4"/>
            <p:cNvSpPr/>
            <p:nvPr/>
          </p:nvSpPr>
          <p:spPr>
            <a:xfrm>
              <a:off x="0" y="1495502"/>
              <a:ext cx="7633500" cy="1359600"/>
            </a:xfrm>
            <a:prstGeom prst="roundRect">
              <a:avLst>
                <a:gd name="adj" fmla="val 10000"/>
              </a:avLst>
            </a:prstGeom>
            <a:gradFill>
              <a:gsLst>
                <a:gs pos="0">
                  <a:srgbClr val="3F7818"/>
                </a:gs>
                <a:gs pos="100000">
                  <a:srgbClr val="3F7818"/>
                </a:gs>
              </a:gsLst>
              <a:lin ang="5400012" scaled="0"/>
            </a:gradFill>
            <a:ln>
              <a:noFill/>
            </a:ln>
            <a:effectLst>
              <a:outerShdw blurRad="50800" dist="381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19" name="Google Shape;219;g3ab7a89cde6_0_4"/>
            <p:cNvSpPr txBox="1"/>
            <p:nvPr/>
          </p:nvSpPr>
          <p:spPr>
            <a:xfrm>
              <a:off x="831327" y="1484059"/>
              <a:ext cx="5970900" cy="1359600"/>
            </a:xfrm>
            <a:prstGeom prst="rect">
              <a:avLst/>
            </a:prstGeom>
            <a:noFill/>
            <a:ln>
              <a:noFill/>
            </a:ln>
          </p:spPr>
          <p:txBody>
            <a:bodyPr spcFirstLastPara="1" wrap="square" lIns="102850" tIns="102850" rIns="102850" bIns="102850" anchor="t" anchorCtr="0">
              <a:noAutofit/>
            </a:bodyPr>
            <a:lstStyle/>
            <a:p>
              <a:pPr marL="0" marR="0" lvl="0" indent="0" algn="ctr" rtl="0">
                <a:lnSpc>
                  <a:spcPct val="90000"/>
                </a:lnSpc>
                <a:spcBef>
                  <a:spcPts val="0"/>
                </a:spcBef>
                <a:spcAft>
                  <a:spcPts val="0"/>
                </a:spcAft>
                <a:buNone/>
              </a:pPr>
              <a:r>
                <a:rPr lang="es-MX" sz="2400" b="1">
                  <a:solidFill>
                    <a:srgbClr val="FFFFFF"/>
                  </a:solidFill>
                  <a:latin typeface="Poppins"/>
                  <a:ea typeface="Poppins"/>
                  <a:cs typeface="Poppins"/>
                  <a:sym typeface="Poppins"/>
                </a:rPr>
                <a:t>Facilita la comunicación entre oficina y terreno</a:t>
              </a:r>
              <a:endParaRPr/>
            </a:p>
            <a:p>
              <a:pPr marL="457200" marR="0" lvl="1" indent="0" algn="ctr" rtl="0">
                <a:lnSpc>
                  <a:spcPct val="90000"/>
                </a:lnSpc>
                <a:spcBef>
                  <a:spcPts val="945"/>
                </a:spcBef>
                <a:spcAft>
                  <a:spcPts val="0"/>
                </a:spcAft>
                <a:buNone/>
              </a:pPr>
              <a:r>
                <a:rPr lang="es-MX" sz="1800">
                  <a:solidFill>
                    <a:srgbClr val="FFFFFF"/>
                  </a:solidFill>
                  <a:latin typeface="Poppins"/>
                  <a:ea typeface="Poppins"/>
                  <a:cs typeface="Poppins"/>
                  <a:sym typeface="Poppins"/>
                </a:rPr>
                <a:t>app móvil con evidencias y estados en tiempo real</a:t>
              </a:r>
              <a:endParaRPr sz="1800">
                <a:solidFill>
                  <a:srgbClr val="FFFFFF"/>
                </a:solidFill>
                <a:latin typeface="Poppins"/>
                <a:ea typeface="Poppins"/>
                <a:cs typeface="Poppins"/>
                <a:sym typeface="Poppins"/>
              </a:endParaRPr>
            </a:p>
          </p:txBody>
        </p:sp>
        <p:sp>
          <p:nvSpPr>
            <p:cNvPr id="220" name="Google Shape;220;g3ab7a89cde6_0_4"/>
            <p:cNvSpPr/>
            <p:nvPr/>
          </p:nvSpPr>
          <p:spPr>
            <a:xfrm>
              <a:off x="0" y="2991005"/>
              <a:ext cx="7633500" cy="1359600"/>
            </a:xfrm>
            <a:prstGeom prst="roundRect">
              <a:avLst>
                <a:gd name="adj" fmla="val 10000"/>
              </a:avLst>
            </a:prstGeom>
            <a:gradFill>
              <a:gsLst>
                <a:gs pos="0">
                  <a:srgbClr val="3F7818"/>
                </a:gs>
                <a:gs pos="100000">
                  <a:srgbClr val="3F7818"/>
                </a:gs>
              </a:gsLst>
              <a:lin ang="5400012" scaled="0"/>
            </a:gradFill>
            <a:ln>
              <a:noFill/>
            </a:ln>
            <a:effectLst>
              <a:outerShdw blurRad="50800" dist="381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1" name="Google Shape;221;g3ab7a89cde6_0_4"/>
            <p:cNvSpPr txBox="1"/>
            <p:nvPr/>
          </p:nvSpPr>
          <p:spPr>
            <a:xfrm>
              <a:off x="1077264" y="3025964"/>
              <a:ext cx="5970900" cy="1359600"/>
            </a:xfrm>
            <a:prstGeom prst="rect">
              <a:avLst/>
            </a:prstGeom>
            <a:noFill/>
            <a:ln>
              <a:noFill/>
            </a:ln>
          </p:spPr>
          <p:txBody>
            <a:bodyPr spcFirstLastPara="1" wrap="square" lIns="102850" tIns="102850" rIns="102850" bIns="102850" anchor="t" anchorCtr="0">
              <a:noAutofit/>
            </a:bodyPr>
            <a:lstStyle/>
            <a:p>
              <a:pPr marL="0" marR="0" lvl="0" indent="0" algn="ctr" rtl="0">
                <a:lnSpc>
                  <a:spcPct val="90000"/>
                </a:lnSpc>
                <a:spcBef>
                  <a:spcPts val="0"/>
                </a:spcBef>
                <a:spcAft>
                  <a:spcPts val="0"/>
                </a:spcAft>
                <a:buNone/>
              </a:pPr>
              <a:r>
                <a:rPr lang="es-MX" sz="2400" b="1">
                  <a:solidFill>
                    <a:srgbClr val="FFFFFF"/>
                  </a:solidFill>
                  <a:latin typeface="Poppins"/>
                  <a:ea typeface="Poppins"/>
                  <a:cs typeface="Poppins"/>
                  <a:sym typeface="Poppins"/>
                </a:rPr>
                <a:t>Sienta las bases para crecimiento futuro</a:t>
              </a:r>
              <a:endParaRPr/>
            </a:p>
            <a:p>
              <a:pPr marL="0" marR="0" lvl="0" indent="0" algn="ctr" rtl="0">
                <a:lnSpc>
                  <a:spcPct val="90000"/>
                </a:lnSpc>
                <a:spcBef>
                  <a:spcPts val="0"/>
                </a:spcBef>
                <a:spcAft>
                  <a:spcPts val="0"/>
                </a:spcAft>
                <a:buNone/>
              </a:pPr>
              <a:r>
                <a:rPr lang="es-MX" sz="1800">
                  <a:solidFill>
                    <a:srgbClr val="FFFFFF"/>
                  </a:solidFill>
                  <a:latin typeface="Poppins"/>
                  <a:ea typeface="Poppins"/>
                  <a:cs typeface="Poppins"/>
                  <a:sym typeface="Poppins"/>
                </a:rPr>
                <a:t>reportes, analítica, monitoreo de flota, etc.</a:t>
              </a:r>
              <a:endParaRPr sz="1800" b="0" i="0" u="none" strike="noStrike" cap="none">
                <a:solidFill>
                  <a:srgbClr val="FFFFFF"/>
                </a:solidFill>
                <a:latin typeface="Play"/>
                <a:ea typeface="Play"/>
                <a:cs typeface="Play"/>
                <a:sym typeface="Play"/>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pic>
        <p:nvPicPr>
          <p:cNvPr id="226" name="Google Shape;226;p6"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227" name="Google Shape;227;p6"/>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800">
                <a:solidFill>
                  <a:srgbClr val="757575"/>
                </a:solidFill>
                <a:latin typeface="Trebuchet MS"/>
                <a:ea typeface="Trebuchet MS"/>
                <a:cs typeface="Trebuchet MS"/>
                <a:sym typeface="Trebuchet MS"/>
              </a:rPr>
              <a:t>PROYECTO “CLEAN ORDER”</a:t>
            </a:r>
            <a:endParaRPr/>
          </a:p>
        </p:txBody>
      </p:sp>
      <p:sp>
        <p:nvSpPr>
          <p:cNvPr id="228" name="Google Shape;228;p6"/>
          <p:cNvSpPr txBox="1"/>
          <p:nvPr/>
        </p:nvSpPr>
        <p:spPr>
          <a:xfrm>
            <a:off x="0" y="1432655"/>
            <a:ext cx="12192000" cy="646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3600">
                <a:solidFill>
                  <a:srgbClr val="3F3F3F"/>
                </a:solidFill>
                <a:latin typeface="Poppins"/>
                <a:ea typeface="Poppins"/>
                <a:cs typeface="Poppins"/>
                <a:sym typeface="Poppins"/>
              </a:rPr>
              <a:t>Metodología de trabajo (Ágil)</a:t>
            </a:r>
            <a:endParaRPr sz="1800">
              <a:solidFill>
                <a:srgbClr val="3F3F3F"/>
              </a:solidFill>
              <a:latin typeface="Poppins"/>
              <a:ea typeface="Poppins"/>
              <a:cs typeface="Poppins"/>
              <a:sym typeface="Poppins"/>
            </a:endParaRPr>
          </a:p>
        </p:txBody>
      </p:sp>
      <p:cxnSp>
        <p:nvCxnSpPr>
          <p:cNvPr id="229" name="Google Shape;229;p6"/>
          <p:cNvCxnSpPr/>
          <p:nvPr/>
        </p:nvCxnSpPr>
        <p:spPr>
          <a:xfrm>
            <a:off x="0" y="758027"/>
            <a:ext cx="4085617" cy="0"/>
          </a:xfrm>
          <a:prstGeom prst="straightConnector1">
            <a:avLst/>
          </a:prstGeom>
          <a:noFill/>
          <a:ln w="15875" cap="flat" cmpd="sng">
            <a:solidFill>
              <a:srgbClr val="FAFDF1"/>
            </a:solidFill>
            <a:prstDash val="solid"/>
            <a:round/>
            <a:headEnd type="none" w="sm" len="sm"/>
            <a:tailEnd type="none" w="sm" len="sm"/>
          </a:ln>
        </p:spPr>
      </p:cxnSp>
      <p:sp>
        <p:nvSpPr>
          <p:cNvPr id="230" name="Google Shape;230;p6"/>
          <p:cNvSpPr txBox="1"/>
          <p:nvPr/>
        </p:nvSpPr>
        <p:spPr>
          <a:xfrm>
            <a:off x="1868800" y="2518750"/>
            <a:ext cx="6501300" cy="3965400"/>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1400"/>
              </a:spcBef>
              <a:spcAft>
                <a:spcPts val="0"/>
              </a:spcAft>
              <a:buClr>
                <a:schemeClr val="dk1"/>
              </a:buClr>
              <a:buSzPts val="1100"/>
              <a:buFont typeface="Arial"/>
              <a:buNone/>
            </a:pPr>
            <a:r>
              <a:rPr lang="es-MX" sz="1500" b="1">
                <a:solidFill>
                  <a:schemeClr val="dk1"/>
                </a:solidFill>
                <a:latin typeface="Poppins"/>
                <a:ea typeface="Poppins"/>
                <a:cs typeface="Poppins"/>
                <a:sym typeface="Poppins"/>
              </a:rPr>
              <a:t>SCRUM (cómo trabajamos)</a:t>
            </a:r>
            <a:endParaRPr sz="1500" b="1">
              <a:solidFill>
                <a:schemeClr val="dk1"/>
              </a:solidFill>
              <a:latin typeface="Poppins"/>
              <a:ea typeface="Poppins"/>
              <a:cs typeface="Poppins"/>
              <a:sym typeface="Poppins"/>
            </a:endParaRPr>
          </a:p>
          <a:p>
            <a:pPr marL="457200" lvl="0" indent="-304800" algn="l" rtl="0">
              <a:lnSpc>
                <a:spcPct val="115000"/>
              </a:lnSpc>
              <a:spcBef>
                <a:spcPts val="1200"/>
              </a:spcBef>
              <a:spcAft>
                <a:spcPts val="0"/>
              </a:spcAft>
              <a:buClr>
                <a:schemeClr val="dk1"/>
              </a:buClr>
              <a:buSzPts val="1200"/>
              <a:buChar char="●"/>
            </a:pPr>
            <a:r>
              <a:rPr lang="es-MX" sz="1200" b="1">
                <a:solidFill>
                  <a:schemeClr val="dk1"/>
                </a:solidFill>
                <a:latin typeface="Barlow"/>
                <a:ea typeface="Barlow"/>
                <a:cs typeface="Barlow"/>
                <a:sym typeface="Barlow"/>
              </a:rPr>
              <a:t>Definición de Historias de Usuario</a:t>
            </a:r>
            <a:r>
              <a:rPr lang="es-MX" sz="1200">
                <a:solidFill>
                  <a:schemeClr val="dk1"/>
                </a:solidFill>
                <a:latin typeface="Barlow"/>
                <a:ea typeface="Barlow"/>
                <a:cs typeface="Barlow"/>
                <a:sym typeface="Barlow"/>
              </a:rPr>
              <a:t>, descompuestas en tareas y estimaciones.</a:t>
            </a:r>
            <a:endParaRPr sz="1200">
              <a:solidFill>
                <a:schemeClr val="dk1"/>
              </a:solidFill>
              <a:latin typeface="Barlow"/>
              <a:ea typeface="Barlow"/>
              <a:cs typeface="Barlow"/>
              <a:sym typeface="Barlow"/>
            </a:endParaRPr>
          </a:p>
          <a:p>
            <a:pPr marL="457200" lvl="0" indent="-304800" algn="l" rtl="0">
              <a:lnSpc>
                <a:spcPct val="115000"/>
              </a:lnSpc>
              <a:spcBef>
                <a:spcPts val="0"/>
              </a:spcBef>
              <a:spcAft>
                <a:spcPts val="0"/>
              </a:spcAft>
              <a:buClr>
                <a:schemeClr val="dk1"/>
              </a:buClr>
              <a:buSzPts val="1200"/>
              <a:buChar char="●"/>
            </a:pPr>
            <a:r>
              <a:rPr lang="es-MX" sz="1200" b="1">
                <a:solidFill>
                  <a:schemeClr val="dk1"/>
                </a:solidFill>
                <a:latin typeface="Barlow"/>
                <a:ea typeface="Barlow"/>
                <a:cs typeface="Barlow"/>
                <a:sym typeface="Barlow"/>
              </a:rPr>
              <a:t>Organización por Épicas</a:t>
            </a:r>
            <a:r>
              <a:rPr lang="es-MX" sz="1200">
                <a:solidFill>
                  <a:schemeClr val="dk1"/>
                </a:solidFill>
                <a:latin typeface="Barlow"/>
                <a:ea typeface="Barlow"/>
                <a:cs typeface="Barlow"/>
                <a:sym typeface="Barlow"/>
              </a:rPr>
              <a:t>, para agrupar funcionalidades relacionadas.</a:t>
            </a:r>
            <a:endParaRPr sz="1200">
              <a:solidFill>
                <a:schemeClr val="dk1"/>
              </a:solidFill>
              <a:latin typeface="Barlow"/>
              <a:ea typeface="Barlow"/>
              <a:cs typeface="Barlow"/>
              <a:sym typeface="Barlow"/>
            </a:endParaRPr>
          </a:p>
          <a:p>
            <a:pPr marL="457200" lvl="0" indent="-304800" algn="l" rtl="0">
              <a:lnSpc>
                <a:spcPct val="115000"/>
              </a:lnSpc>
              <a:spcBef>
                <a:spcPts val="0"/>
              </a:spcBef>
              <a:spcAft>
                <a:spcPts val="0"/>
              </a:spcAft>
              <a:buClr>
                <a:schemeClr val="dk1"/>
              </a:buClr>
              <a:buSzPts val="1200"/>
              <a:buChar char="●"/>
            </a:pPr>
            <a:r>
              <a:rPr lang="es-MX" sz="1200" b="1">
                <a:solidFill>
                  <a:schemeClr val="dk1"/>
                </a:solidFill>
                <a:latin typeface="Barlow"/>
                <a:ea typeface="Barlow"/>
                <a:cs typeface="Barlow"/>
                <a:sym typeface="Barlow"/>
              </a:rPr>
              <a:t>Planificación por valor</a:t>
            </a:r>
            <a:r>
              <a:rPr lang="es-MX" sz="1200">
                <a:solidFill>
                  <a:schemeClr val="dk1"/>
                </a:solidFill>
                <a:latin typeface="Barlow"/>
                <a:ea typeface="Barlow"/>
                <a:cs typeface="Barlow"/>
                <a:sym typeface="Barlow"/>
              </a:rPr>
              <a:t>, priorizando lo más importante en cada sprint.</a:t>
            </a:r>
            <a:endParaRPr sz="1200">
              <a:solidFill>
                <a:schemeClr val="dk1"/>
              </a:solidFill>
              <a:latin typeface="Barlow"/>
              <a:ea typeface="Barlow"/>
              <a:cs typeface="Barlow"/>
              <a:sym typeface="Barlow"/>
            </a:endParaRPr>
          </a:p>
          <a:p>
            <a:pPr marL="457200" lvl="0" indent="-304800" algn="l" rtl="0">
              <a:lnSpc>
                <a:spcPct val="115000"/>
              </a:lnSpc>
              <a:spcBef>
                <a:spcPts val="0"/>
              </a:spcBef>
              <a:spcAft>
                <a:spcPts val="0"/>
              </a:spcAft>
              <a:buClr>
                <a:schemeClr val="dk1"/>
              </a:buClr>
              <a:buSzPts val="1200"/>
              <a:buFont typeface="Barlow"/>
              <a:buChar char="●"/>
            </a:pPr>
            <a:r>
              <a:rPr lang="es-MX" sz="1200" b="1">
                <a:solidFill>
                  <a:schemeClr val="dk1"/>
                </a:solidFill>
                <a:latin typeface="Barlow"/>
                <a:ea typeface="Barlow"/>
                <a:cs typeface="Barlow"/>
                <a:sym typeface="Barlow"/>
              </a:rPr>
              <a:t>Ceremonias Scrum realizadas:</a:t>
            </a:r>
            <a:endParaRPr sz="1200" b="1">
              <a:solidFill>
                <a:schemeClr val="dk1"/>
              </a:solidFill>
              <a:latin typeface="Barlow"/>
              <a:ea typeface="Barlow"/>
              <a:cs typeface="Barlow"/>
              <a:sym typeface="Barlow"/>
            </a:endParaRPr>
          </a:p>
          <a:p>
            <a:pPr marL="914400" lvl="1" indent="-304800" algn="l" rtl="0">
              <a:lnSpc>
                <a:spcPct val="115000"/>
              </a:lnSpc>
              <a:spcBef>
                <a:spcPts val="0"/>
              </a:spcBef>
              <a:spcAft>
                <a:spcPts val="0"/>
              </a:spcAft>
              <a:buClr>
                <a:schemeClr val="dk1"/>
              </a:buClr>
              <a:buSzPts val="1200"/>
              <a:buChar char="○"/>
            </a:pPr>
            <a:r>
              <a:rPr lang="es-MX" sz="1200" b="1">
                <a:solidFill>
                  <a:schemeClr val="dk1"/>
                </a:solidFill>
                <a:latin typeface="Barlow"/>
                <a:ea typeface="Barlow"/>
                <a:cs typeface="Barlow"/>
                <a:sym typeface="Barlow"/>
              </a:rPr>
              <a:t>Inicio del proyecto:</a:t>
            </a:r>
            <a:r>
              <a:rPr lang="es-MX" sz="1200">
                <a:solidFill>
                  <a:schemeClr val="dk1"/>
                </a:solidFill>
                <a:latin typeface="Barlow"/>
                <a:ea typeface="Barlow"/>
                <a:cs typeface="Barlow"/>
                <a:sym typeface="Barlow"/>
              </a:rPr>
              <a:t> Refinamiento inicial y planificación general.</a:t>
            </a:r>
            <a:endParaRPr sz="1200">
              <a:solidFill>
                <a:schemeClr val="dk1"/>
              </a:solidFill>
              <a:latin typeface="Barlow"/>
              <a:ea typeface="Barlow"/>
              <a:cs typeface="Barlow"/>
              <a:sym typeface="Barlow"/>
            </a:endParaRPr>
          </a:p>
          <a:p>
            <a:pPr marL="914400" lvl="1" indent="-304800" algn="l" rtl="0">
              <a:lnSpc>
                <a:spcPct val="115000"/>
              </a:lnSpc>
              <a:spcBef>
                <a:spcPts val="0"/>
              </a:spcBef>
              <a:spcAft>
                <a:spcPts val="0"/>
              </a:spcAft>
              <a:buClr>
                <a:schemeClr val="dk1"/>
              </a:buClr>
              <a:buSzPts val="1200"/>
              <a:buChar char="○"/>
            </a:pPr>
            <a:r>
              <a:rPr lang="es-MX" sz="1200" b="1">
                <a:solidFill>
                  <a:schemeClr val="dk1"/>
                </a:solidFill>
                <a:latin typeface="Barlow"/>
                <a:ea typeface="Barlow"/>
                <a:cs typeface="Barlow"/>
                <a:sym typeface="Barlow"/>
              </a:rPr>
              <a:t>Inicio de cada sprint:</a:t>
            </a:r>
            <a:r>
              <a:rPr lang="es-MX" sz="1200">
                <a:solidFill>
                  <a:schemeClr val="dk1"/>
                </a:solidFill>
                <a:latin typeface="Barlow"/>
                <a:ea typeface="Barlow"/>
                <a:cs typeface="Barlow"/>
                <a:sym typeface="Barlow"/>
              </a:rPr>
              <a:t> Sprint Planning y ajuste del backlog.</a:t>
            </a:r>
            <a:endParaRPr sz="1200">
              <a:solidFill>
                <a:schemeClr val="dk1"/>
              </a:solidFill>
              <a:latin typeface="Barlow"/>
              <a:ea typeface="Barlow"/>
              <a:cs typeface="Barlow"/>
              <a:sym typeface="Barlow"/>
            </a:endParaRPr>
          </a:p>
          <a:p>
            <a:pPr marL="914400" lvl="1" indent="-298450" algn="l" rtl="0">
              <a:lnSpc>
                <a:spcPct val="115000"/>
              </a:lnSpc>
              <a:spcBef>
                <a:spcPts val="0"/>
              </a:spcBef>
              <a:spcAft>
                <a:spcPts val="0"/>
              </a:spcAft>
              <a:buClr>
                <a:schemeClr val="dk1"/>
              </a:buClr>
              <a:buSzPts val="1100"/>
              <a:buChar char="○"/>
            </a:pPr>
            <a:r>
              <a:rPr lang="es-MX" sz="1200" b="1">
                <a:solidFill>
                  <a:schemeClr val="dk1"/>
                </a:solidFill>
                <a:latin typeface="Barlow"/>
                <a:ea typeface="Barlow"/>
                <a:cs typeface="Barlow"/>
                <a:sym typeface="Barlow"/>
              </a:rPr>
              <a:t>Sprints de 2 semanas:</a:t>
            </a:r>
            <a:r>
              <a:rPr lang="es-MX" sz="1200">
                <a:solidFill>
                  <a:schemeClr val="dk1"/>
                </a:solidFill>
                <a:latin typeface="Barlow"/>
                <a:ea typeface="Barlow"/>
                <a:cs typeface="Barlow"/>
                <a:sym typeface="Barlow"/>
              </a:rPr>
              <a:t> Reuniones de coordinación del equipo (Daily adaptada).</a:t>
            </a:r>
            <a:br>
              <a:rPr lang="es-MX" sz="1100">
                <a:solidFill>
                  <a:schemeClr val="dk1"/>
                </a:solidFill>
                <a:latin typeface="Calibri"/>
                <a:ea typeface="Calibri"/>
                <a:cs typeface="Calibri"/>
                <a:sym typeface="Calibri"/>
              </a:rPr>
            </a:br>
            <a:endParaRPr sz="1100">
              <a:solidFill>
                <a:schemeClr val="dk1"/>
              </a:solidFill>
              <a:latin typeface="Poppins"/>
              <a:ea typeface="Poppins"/>
              <a:cs typeface="Poppins"/>
              <a:sym typeface="Poppins"/>
            </a:endParaRPr>
          </a:p>
          <a:p>
            <a:pPr marL="0" lvl="0" indent="0" algn="l" rtl="0">
              <a:lnSpc>
                <a:spcPct val="115000"/>
              </a:lnSpc>
              <a:spcBef>
                <a:spcPts val="1400"/>
              </a:spcBef>
              <a:spcAft>
                <a:spcPts val="0"/>
              </a:spcAft>
              <a:buClr>
                <a:schemeClr val="dk1"/>
              </a:buClr>
              <a:buSzPts val="1100"/>
              <a:buFont typeface="Arial"/>
              <a:buNone/>
            </a:pPr>
            <a:r>
              <a:rPr lang="es-MX" sz="1500" b="1">
                <a:solidFill>
                  <a:schemeClr val="dk1"/>
                </a:solidFill>
                <a:latin typeface="Poppins"/>
                <a:ea typeface="Poppins"/>
                <a:cs typeface="Poppins"/>
                <a:sym typeface="Poppins"/>
              </a:rPr>
              <a:t>JIRA (herramienta usada para gestionar el proyecto)</a:t>
            </a:r>
            <a:endParaRPr sz="1500" b="1">
              <a:solidFill>
                <a:schemeClr val="dk1"/>
              </a:solidFill>
              <a:latin typeface="Poppins"/>
              <a:ea typeface="Poppins"/>
              <a:cs typeface="Poppins"/>
              <a:sym typeface="Poppins"/>
            </a:endParaRPr>
          </a:p>
          <a:p>
            <a:pPr marL="457200" lvl="0" indent="-304800" algn="l" rtl="0">
              <a:lnSpc>
                <a:spcPct val="115000"/>
              </a:lnSpc>
              <a:spcBef>
                <a:spcPts val="1200"/>
              </a:spcBef>
              <a:spcAft>
                <a:spcPts val="0"/>
              </a:spcAft>
              <a:buClr>
                <a:schemeClr val="dk1"/>
              </a:buClr>
              <a:buSzPts val="1200"/>
              <a:buChar char="●"/>
            </a:pPr>
            <a:r>
              <a:rPr lang="es-MX" sz="1200" b="1">
                <a:solidFill>
                  <a:schemeClr val="dk1"/>
                </a:solidFill>
                <a:latin typeface="Barlow"/>
                <a:ea typeface="Barlow"/>
                <a:cs typeface="Barlow"/>
                <a:sym typeface="Barlow"/>
              </a:rPr>
              <a:t>Creación y seguimiento de historias de usuario</a:t>
            </a:r>
            <a:r>
              <a:rPr lang="es-MX" sz="1200">
                <a:solidFill>
                  <a:schemeClr val="dk1"/>
                </a:solidFill>
                <a:latin typeface="Barlow"/>
                <a:ea typeface="Barlow"/>
                <a:cs typeface="Barlow"/>
                <a:sym typeface="Barlow"/>
              </a:rPr>
              <a:t>.</a:t>
            </a:r>
            <a:endParaRPr sz="1200">
              <a:solidFill>
                <a:schemeClr val="dk1"/>
              </a:solidFill>
              <a:latin typeface="Barlow"/>
              <a:ea typeface="Barlow"/>
              <a:cs typeface="Barlow"/>
              <a:sym typeface="Barlow"/>
            </a:endParaRPr>
          </a:p>
          <a:p>
            <a:pPr marL="457200" lvl="0" indent="-304800" algn="l" rtl="0">
              <a:lnSpc>
                <a:spcPct val="115000"/>
              </a:lnSpc>
              <a:spcBef>
                <a:spcPts val="0"/>
              </a:spcBef>
              <a:spcAft>
                <a:spcPts val="0"/>
              </a:spcAft>
              <a:buClr>
                <a:schemeClr val="dk1"/>
              </a:buClr>
              <a:buSzPts val="1200"/>
              <a:buChar char="●"/>
            </a:pPr>
            <a:r>
              <a:rPr lang="es-MX" sz="1200" b="1">
                <a:solidFill>
                  <a:schemeClr val="dk1"/>
                </a:solidFill>
                <a:latin typeface="Barlow"/>
                <a:ea typeface="Barlow"/>
                <a:cs typeface="Barlow"/>
                <a:sym typeface="Barlow"/>
              </a:rPr>
              <a:t>Gestión del backlog y épicas</a:t>
            </a:r>
            <a:r>
              <a:rPr lang="es-MX" sz="1200">
                <a:solidFill>
                  <a:schemeClr val="dk1"/>
                </a:solidFill>
                <a:latin typeface="Barlow"/>
                <a:ea typeface="Barlow"/>
                <a:cs typeface="Barlow"/>
                <a:sym typeface="Barlow"/>
              </a:rPr>
              <a:t>.</a:t>
            </a:r>
            <a:endParaRPr sz="1200">
              <a:solidFill>
                <a:schemeClr val="dk1"/>
              </a:solidFill>
              <a:latin typeface="Barlow"/>
              <a:ea typeface="Barlow"/>
              <a:cs typeface="Barlow"/>
              <a:sym typeface="Barlow"/>
            </a:endParaRPr>
          </a:p>
          <a:p>
            <a:pPr marL="457200" lvl="0" indent="-304800" algn="l" rtl="0">
              <a:lnSpc>
                <a:spcPct val="115000"/>
              </a:lnSpc>
              <a:spcBef>
                <a:spcPts val="0"/>
              </a:spcBef>
              <a:spcAft>
                <a:spcPts val="0"/>
              </a:spcAft>
              <a:buClr>
                <a:schemeClr val="dk1"/>
              </a:buClr>
              <a:buSzPts val="1200"/>
              <a:buChar char="●"/>
            </a:pPr>
            <a:r>
              <a:rPr lang="es-MX" sz="1200" b="1">
                <a:solidFill>
                  <a:schemeClr val="dk1"/>
                </a:solidFill>
                <a:latin typeface="Barlow"/>
                <a:ea typeface="Barlow"/>
                <a:cs typeface="Barlow"/>
                <a:sym typeface="Barlow"/>
              </a:rPr>
              <a:t>Control de tareas, responsables y estados</a:t>
            </a:r>
            <a:r>
              <a:rPr lang="es-MX" sz="1200">
                <a:solidFill>
                  <a:schemeClr val="dk1"/>
                </a:solidFill>
                <a:latin typeface="Barlow"/>
                <a:ea typeface="Barlow"/>
                <a:cs typeface="Barlow"/>
                <a:sym typeface="Barlow"/>
              </a:rPr>
              <a:t>.</a:t>
            </a:r>
            <a:endParaRPr sz="1200">
              <a:solidFill>
                <a:schemeClr val="dk1"/>
              </a:solidFill>
              <a:latin typeface="Barlow"/>
              <a:ea typeface="Barlow"/>
              <a:cs typeface="Barlow"/>
              <a:sym typeface="Barlow"/>
            </a:endParaRPr>
          </a:p>
          <a:p>
            <a:pPr marL="457200" lvl="0" indent="-304800" algn="l" rtl="0">
              <a:lnSpc>
                <a:spcPct val="115000"/>
              </a:lnSpc>
              <a:spcBef>
                <a:spcPts val="0"/>
              </a:spcBef>
              <a:spcAft>
                <a:spcPts val="0"/>
              </a:spcAft>
              <a:buClr>
                <a:schemeClr val="dk1"/>
              </a:buClr>
              <a:buSzPts val="1200"/>
              <a:buChar char="●"/>
            </a:pPr>
            <a:r>
              <a:rPr lang="es-MX" sz="1200" b="1">
                <a:solidFill>
                  <a:schemeClr val="dk1"/>
                </a:solidFill>
                <a:latin typeface="Barlow"/>
                <a:ea typeface="Barlow"/>
                <a:cs typeface="Barlow"/>
                <a:sym typeface="Barlow"/>
              </a:rPr>
              <a:t>Visualización del avance por sprints (tablero Scrum)</a:t>
            </a:r>
            <a:r>
              <a:rPr lang="es-MX" sz="1200">
                <a:solidFill>
                  <a:schemeClr val="dk1"/>
                </a:solidFill>
                <a:latin typeface="Barlow"/>
                <a:ea typeface="Barlow"/>
                <a:cs typeface="Barlow"/>
                <a:sym typeface="Barlow"/>
              </a:rPr>
              <a:t>.</a:t>
            </a:r>
            <a:endParaRPr sz="1200">
              <a:solidFill>
                <a:schemeClr val="dk1"/>
              </a:solidFill>
              <a:latin typeface="Barlow"/>
              <a:ea typeface="Barlow"/>
              <a:cs typeface="Barlow"/>
              <a:sym typeface="Barlow"/>
            </a:endParaRPr>
          </a:p>
          <a:p>
            <a:pPr marL="0" marR="0" lvl="0" indent="0" algn="l" rtl="0">
              <a:spcBef>
                <a:spcPts val="1200"/>
              </a:spcBef>
              <a:spcAft>
                <a:spcPts val="0"/>
              </a:spcAft>
              <a:buNone/>
            </a:pPr>
            <a:endParaRPr sz="1100" b="1">
              <a:solidFill>
                <a:schemeClr val="dk1"/>
              </a:solidFill>
            </a:endParaRPr>
          </a:p>
        </p:txBody>
      </p:sp>
      <p:pic>
        <p:nvPicPr>
          <p:cNvPr id="231" name="Google Shape;231;p6"/>
          <p:cNvPicPr preferRelativeResize="0"/>
          <p:nvPr/>
        </p:nvPicPr>
        <p:blipFill rotWithShape="1">
          <a:blip r:embed="rId4">
            <a:alphaModFix/>
          </a:blip>
          <a:srcRect/>
          <a:stretch/>
        </p:blipFill>
        <p:spPr>
          <a:xfrm>
            <a:off x="9500792" y="2573305"/>
            <a:ext cx="1699371" cy="1699371"/>
          </a:xfrm>
          <a:prstGeom prst="rect">
            <a:avLst/>
          </a:prstGeom>
          <a:noFill/>
          <a:ln>
            <a:noFill/>
          </a:ln>
        </p:spPr>
      </p:pic>
      <p:pic>
        <p:nvPicPr>
          <p:cNvPr id="232" name="Google Shape;232;p6"/>
          <p:cNvPicPr preferRelativeResize="0"/>
          <p:nvPr/>
        </p:nvPicPr>
        <p:blipFill rotWithShape="1">
          <a:blip r:embed="rId5">
            <a:alphaModFix/>
          </a:blip>
          <a:srcRect/>
          <a:stretch/>
        </p:blipFill>
        <p:spPr>
          <a:xfrm>
            <a:off x="9196103" y="4423315"/>
            <a:ext cx="2004060" cy="200406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pic>
        <p:nvPicPr>
          <p:cNvPr id="237" name="Google Shape;237;p5"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238" name="Google Shape;238;p5"/>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800">
                <a:solidFill>
                  <a:srgbClr val="757575"/>
                </a:solidFill>
                <a:latin typeface="Trebuchet MS"/>
                <a:ea typeface="Trebuchet MS"/>
                <a:cs typeface="Trebuchet MS"/>
                <a:sym typeface="Trebuchet MS"/>
              </a:rPr>
              <a:t>PROYECTO “CLEAN ORDER”</a:t>
            </a:r>
            <a:endParaRPr/>
          </a:p>
        </p:txBody>
      </p:sp>
      <p:sp>
        <p:nvSpPr>
          <p:cNvPr id="239" name="Google Shape;239;p5"/>
          <p:cNvSpPr txBox="1"/>
          <p:nvPr/>
        </p:nvSpPr>
        <p:spPr>
          <a:xfrm>
            <a:off x="0" y="1432655"/>
            <a:ext cx="12192000" cy="646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3600">
                <a:solidFill>
                  <a:srgbClr val="3F3F3F"/>
                </a:solidFill>
                <a:latin typeface="Poppins"/>
                <a:ea typeface="Poppins"/>
                <a:cs typeface="Poppins"/>
                <a:sym typeface="Poppins"/>
              </a:rPr>
              <a:t>Alcances y limitaciones del proyecto</a:t>
            </a:r>
            <a:endParaRPr>
              <a:solidFill>
                <a:srgbClr val="3F3F3F"/>
              </a:solidFill>
              <a:latin typeface="Poppins"/>
              <a:ea typeface="Poppins"/>
              <a:cs typeface="Poppins"/>
              <a:sym typeface="Poppins"/>
            </a:endParaRPr>
          </a:p>
        </p:txBody>
      </p:sp>
      <p:cxnSp>
        <p:nvCxnSpPr>
          <p:cNvPr id="240" name="Google Shape;240;p5"/>
          <p:cNvCxnSpPr/>
          <p:nvPr/>
        </p:nvCxnSpPr>
        <p:spPr>
          <a:xfrm>
            <a:off x="0" y="758027"/>
            <a:ext cx="4085617" cy="0"/>
          </a:xfrm>
          <a:prstGeom prst="straightConnector1">
            <a:avLst/>
          </a:prstGeom>
          <a:noFill/>
          <a:ln w="15875" cap="flat" cmpd="sng">
            <a:solidFill>
              <a:srgbClr val="FAFDF1"/>
            </a:solidFill>
            <a:prstDash val="solid"/>
            <a:round/>
            <a:headEnd type="none" w="sm" len="sm"/>
            <a:tailEnd type="none" w="sm" len="sm"/>
          </a:ln>
        </p:spPr>
      </p:cxnSp>
      <p:sp>
        <p:nvSpPr>
          <p:cNvPr id="241" name="Google Shape;241;p5"/>
          <p:cNvSpPr txBox="1"/>
          <p:nvPr/>
        </p:nvSpPr>
        <p:spPr>
          <a:xfrm>
            <a:off x="678500" y="3674675"/>
            <a:ext cx="3684600" cy="2355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rgbClr val="000000"/>
              </a:buClr>
              <a:buSzPts val="1500"/>
              <a:buFont typeface="Arial"/>
              <a:buNone/>
            </a:pPr>
            <a:r>
              <a:rPr lang="es-MX" sz="2000" b="0" i="0" u="none" strike="noStrike" cap="none">
                <a:solidFill>
                  <a:srgbClr val="3F3F3F"/>
                </a:solidFill>
                <a:latin typeface="Poppins ExtraBold"/>
                <a:ea typeface="Poppins ExtraBold"/>
                <a:cs typeface="Poppins ExtraBold"/>
                <a:sym typeface="Poppins ExtraBold"/>
              </a:rPr>
              <a:t>Qué hace el sistema</a:t>
            </a:r>
            <a:endParaRPr sz="2000" b="0" i="0" u="none" strike="noStrike" cap="none">
              <a:solidFill>
                <a:srgbClr val="3F3F3F"/>
              </a:solidFill>
              <a:latin typeface="Poppins ExtraBold"/>
              <a:ea typeface="Poppins ExtraBold"/>
              <a:cs typeface="Poppins ExtraBold"/>
              <a:sym typeface="Poppins ExtraBold"/>
            </a:endParaRPr>
          </a:p>
          <a:p>
            <a:pPr marL="457200" marR="0" lvl="0" indent="-330200" algn="l" rtl="0">
              <a:lnSpc>
                <a:spcPct val="115000"/>
              </a:lnSpc>
              <a:spcBef>
                <a:spcPts val="1200"/>
              </a:spcBef>
              <a:spcAft>
                <a:spcPts val="0"/>
              </a:spcAft>
              <a:buClr>
                <a:srgbClr val="000000"/>
              </a:buClr>
              <a:buSzPts val="1600"/>
              <a:buFont typeface="Barlow"/>
              <a:buChar char="●"/>
            </a:pPr>
            <a:r>
              <a:rPr lang="es-MX" sz="1600" b="0" i="0" u="none" strike="noStrike" cap="none">
                <a:solidFill>
                  <a:srgbClr val="000000"/>
                </a:solidFill>
                <a:latin typeface="Barlow"/>
                <a:ea typeface="Barlow"/>
                <a:cs typeface="Barlow"/>
                <a:sym typeface="Barlow"/>
              </a:rPr>
              <a:t>Gestión de órdenes de trabajo (personal, vehículos y clientes).</a:t>
            </a:r>
            <a:endParaRPr sz="1600" b="0" i="0" u="none" strike="noStrike" cap="none">
              <a:solidFill>
                <a:srgbClr val="000000"/>
              </a:solidFill>
              <a:latin typeface="Barlow"/>
              <a:ea typeface="Barlow"/>
              <a:cs typeface="Barlow"/>
              <a:sym typeface="Barlow"/>
            </a:endParaRPr>
          </a:p>
          <a:p>
            <a:pPr marL="457200" marR="0" lvl="0" indent="-330200" algn="l" rtl="0">
              <a:lnSpc>
                <a:spcPct val="115000"/>
              </a:lnSpc>
              <a:spcBef>
                <a:spcPts val="0"/>
              </a:spcBef>
              <a:spcAft>
                <a:spcPts val="0"/>
              </a:spcAft>
              <a:buClr>
                <a:srgbClr val="000000"/>
              </a:buClr>
              <a:buSzPts val="1600"/>
              <a:buFont typeface="Barlow"/>
              <a:buChar char="●"/>
            </a:pPr>
            <a:r>
              <a:rPr lang="es-MX" sz="1600" b="0" i="0" u="none" strike="noStrike" cap="none">
                <a:solidFill>
                  <a:srgbClr val="000000"/>
                </a:solidFill>
                <a:latin typeface="Barlow"/>
                <a:ea typeface="Barlow"/>
                <a:cs typeface="Barlow"/>
                <a:sym typeface="Barlow"/>
              </a:rPr>
              <a:t>Reportes fotográficos desde la app móvil.</a:t>
            </a:r>
            <a:endParaRPr sz="1600" b="0" i="0" u="none" strike="noStrike" cap="none">
              <a:solidFill>
                <a:srgbClr val="000000"/>
              </a:solidFill>
              <a:latin typeface="Barlow"/>
              <a:ea typeface="Barlow"/>
              <a:cs typeface="Barlow"/>
              <a:sym typeface="Barlow"/>
            </a:endParaRPr>
          </a:p>
          <a:p>
            <a:pPr marL="457200" marR="0" lvl="0" indent="-330200" algn="l" rtl="0">
              <a:lnSpc>
                <a:spcPct val="115000"/>
              </a:lnSpc>
              <a:spcBef>
                <a:spcPts val="0"/>
              </a:spcBef>
              <a:spcAft>
                <a:spcPts val="0"/>
              </a:spcAft>
              <a:buClr>
                <a:srgbClr val="000000"/>
              </a:buClr>
              <a:buSzPts val="1600"/>
              <a:buFont typeface="Barlow"/>
              <a:buChar char="●"/>
            </a:pPr>
            <a:r>
              <a:rPr lang="es-MX" sz="1600" b="0" i="0" u="none" strike="noStrike" cap="none">
                <a:solidFill>
                  <a:srgbClr val="000000"/>
                </a:solidFill>
                <a:latin typeface="Barlow"/>
                <a:ea typeface="Barlow"/>
                <a:cs typeface="Barlow"/>
                <a:sym typeface="Barlow"/>
              </a:rPr>
              <a:t>Control de disponibilidad y horas trabajadas.</a:t>
            </a:r>
            <a:endParaRPr sz="1600" b="0" i="0" u="none" strike="noStrike" cap="none">
              <a:solidFill>
                <a:srgbClr val="000000"/>
              </a:solidFill>
              <a:latin typeface="Barlow"/>
              <a:ea typeface="Barlow"/>
              <a:cs typeface="Barlow"/>
              <a:sym typeface="Barlow"/>
            </a:endParaRPr>
          </a:p>
        </p:txBody>
      </p:sp>
      <p:sp>
        <p:nvSpPr>
          <p:cNvPr id="242" name="Google Shape;242;p5"/>
          <p:cNvSpPr txBox="1"/>
          <p:nvPr/>
        </p:nvSpPr>
        <p:spPr>
          <a:xfrm>
            <a:off x="4156499" y="3674675"/>
            <a:ext cx="3879000" cy="17886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rgbClr val="000000"/>
              </a:buClr>
              <a:buSzPts val="1500"/>
              <a:buFont typeface="Arial"/>
              <a:buNone/>
            </a:pPr>
            <a:r>
              <a:rPr lang="es-MX" sz="2000" b="0" i="0" u="none" strike="noStrike" cap="none">
                <a:solidFill>
                  <a:srgbClr val="3F3F3F"/>
                </a:solidFill>
                <a:latin typeface="Poppins ExtraBold"/>
                <a:ea typeface="Poppins ExtraBold"/>
                <a:cs typeface="Poppins ExtraBold"/>
                <a:sym typeface="Poppins ExtraBold"/>
              </a:rPr>
              <a:t>Qué no hace</a:t>
            </a:r>
            <a:endParaRPr sz="2300" b="0" i="0" u="none" strike="noStrike" cap="none">
              <a:solidFill>
                <a:srgbClr val="3F3F3F"/>
              </a:solidFill>
              <a:latin typeface="Poppins ExtraBold"/>
              <a:ea typeface="Poppins ExtraBold"/>
              <a:cs typeface="Poppins ExtraBold"/>
              <a:sym typeface="Poppins ExtraBold"/>
            </a:endParaRPr>
          </a:p>
          <a:p>
            <a:pPr marL="457200" marR="0" lvl="0" indent="-330200" algn="l" rtl="0">
              <a:lnSpc>
                <a:spcPct val="115000"/>
              </a:lnSpc>
              <a:spcBef>
                <a:spcPts val="1200"/>
              </a:spcBef>
              <a:spcAft>
                <a:spcPts val="0"/>
              </a:spcAft>
              <a:buClr>
                <a:srgbClr val="000000"/>
              </a:buClr>
              <a:buSzPts val="1600"/>
              <a:buFont typeface="Barlow"/>
              <a:buChar char="●"/>
            </a:pPr>
            <a:r>
              <a:rPr lang="es-MX" sz="1600" b="0" i="0" u="none" strike="noStrike" cap="none">
                <a:solidFill>
                  <a:srgbClr val="000000"/>
                </a:solidFill>
                <a:latin typeface="Barlow"/>
                <a:ea typeface="Barlow"/>
                <a:cs typeface="Barlow"/>
                <a:sym typeface="Barlow"/>
              </a:rPr>
              <a:t>No maneja contratos de clientes, ni empleados.</a:t>
            </a:r>
            <a:endParaRPr sz="1600" b="0" i="0" u="none" strike="noStrike" cap="none">
              <a:solidFill>
                <a:srgbClr val="000000"/>
              </a:solidFill>
              <a:latin typeface="Barlow"/>
              <a:ea typeface="Barlow"/>
              <a:cs typeface="Barlow"/>
              <a:sym typeface="Barlow"/>
            </a:endParaRPr>
          </a:p>
          <a:p>
            <a:pPr marL="457200" marR="0" lvl="0" indent="-330200" algn="l" rtl="0">
              <a:lnSpc>
                <a:spcPct val="115000"/>
              </a:lnSpc>
              <a:spcBef>
                <a:spcPts val="0"/>
              </a:spcBef>
              <a:spcAft>
                <a:spcPts val="0"/>
              </a:spcAft>
              <a:buClr>
                <a:srgbClr val="000000"/>
              </a:buClr>
              <a:buSzPts val="1600"/>
              <a:buFont typeface="Barlow"/>
              <a:buChar char="●"/>
            </a:pPr>
            <a:r>
              <a:rPr lang="es-MX" sz="1600" b="0" i="0" u="none" strike="noStrike" cap="none">
                <a:solidFill>
                  <a:srgbClr val="000000"/>
                </a:solidFill>
                <a:latin typeface="Barlow"/>
                <a:ea typeface="Barlow"/>
                <a:cs typeface="Barlow"/>
                <a:sym typeface="Barlow"/>
              </a:rPr>
              <a:t>No gestiona facturación.</a:t>
            </a:r>
            <a:endParaRPr sz="1600" b="0" i="0" u="none" strike="noStrike" cap="none">
              <a:solidFill>
                <a:srgbClr val="000000"/>
              </a:solidFill>
              <a:latin typeface="Barlow"/>
              <a:ea typeface="Barlow"/>
              <a:cs typeface="Barlow"/>
              <a:sym typeface="Barlow"/>
            </a:endParaRPr>
          </a:p>
          <a:p>
            <a:pPr marL="457200" marR="0" lvl="0" indent="-330200" algn="l" rtl="0">
              <a:lnSpc>
                <a:spcPct val="115000"/>
              </a:lnSpc>
              <a:spcBef>
                <a:spcPts val="0"/>
              </a:spcBef>
              <a:spcAft>
                <a:spcPts val="0"/>
              </a:spcAft>
              <a:buClr>
                <a:srgbClr val="000000"/>
              </a:buClr>
              <a:buSzPts val="1600"/>
              <a:buFont typeface="Barlow"/>
              <a:buChar char="●"/>
            </a:pPr>
            <a:r>
              <a:rPr lang="es-MX" sz="1600" b="0" i="0" u="none" strike="noStrike" cap="none">
                <a:solidFill>
                  <a:srgbClr val="000000"/>
                </a:solidFill>
                <a:latin typeface="Barlow"/>
                <a:ea typeface="Barlow"/>
                <a:cs typeface="Barlow"/>
                <a:sym typeface="Barlow"/>
              </a:rPr>
              <a:t>No monitorea flota en tiempo real.</a:t>
            </a:r>
            <a:endParaRPr sz="1600" b="0" i="0" u="none" strike="noStrike" cap="none">
              <a:solidFill>
                <a:srgbClr val="000000"/>
              </a:solidFill>
              <a:latin typeface="Barlow"/>
              <a:ea typeface="Barlow"/>
              <a:cs typeface="Barlow"/>
              <a:sym typeface="Barlow"/>
            </a:endParaRPr>
          </a:p>
        </p:txBody>
      </p:sp>
      <p:sp>
        <p:nvSpPr>
          <p:cNvPr id="243" name="Google Shape;243;p5"/>
          <p:cNvSpPr txBox="1"/>
          <p:nvPr/>
        </p:nvSpPr>
        <p:spPr>
          <a:xfrm>
            <a:off x="8068275" y="3736675"/>
            <a:ext cx="2842200" cy="18213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rgbClr val="000000"/>
              </a:buClr>
              <a:buSzPts val="1500"/>
              <a:buFont typeface="Arial"/>
              <a:buNone/>
            </a:pPr>
            <a:r>
              <a:rPr lang="es-MX" sz="2000" b="0" i="0" u="none" strike="noStrike" cap="none">
                <a:solidFill>
                  <a:srgbClr val="3F3F3F"/>
                </a:solidFill>
                <a:latin typeface="Poppins ExtraBold"/>
                <a:ea typeface="Poppins ExtraBold"/>
                <a:cs typeface="Poppins ExtraBold"/>
                <a:sym typeface="Poppins ExtraBold"/>
              </a:rPr>
              <a:t>Alcances futuros</a:t>
            </a:r>
            <a:endParaRPr sz="2000" b="0" i="0" u="none" strike="noStrike" cap="none">
              <a:solidFill>
                <a:srgbClr val="3F3F3F"/>
              </a:solidFill>
              <a:latin typeface="Poppins ExtraBold"/>
              <a:ea typeface="Poppins ExtraBold"/>
              <a:cs typeface="Poppins ExtraBold"/>
              <a:sym typeface="Poppins ExtraBold"/>
            </a:endParaRPr>
          </a:p>
          <a:p>
            <a:pPr marL="457200" marR="0" lvl="0" indent="-330200" algn="l" rtl="0">
              <a:lnSpc>
                <a:spcPct val="100000"/>
              </a:lnSpc>
              <a:spcBef>
                <a:spcPts val="400"/>
              </a:spcBef>
              <a:spcAft>
                <a:spcPts val="0"/>
              </a:spcAft>
              <a:buClr>
                <a:srgbClr val="202331"/>
              </a:buClr>
              <a:buSzPts val="1600"/>
              <a:buFont typeface="Poppins"/>
              <a:buChar char="●"/>
            </a:pPr>
            <a:r>
              <a:rPr lang="es-MX" sz="1600" b="0" i="0" u="none" strike="noStrike" cap="none">
                <a:solidFill>
                  <a:srgbClr val="202331"/>
                </a:solidFill>
                <a:latin typeface="Barlow"/>
                <a:ea typeface="Barlow"/>
                <a:cs typeface="Barlow"/>
                <a:sym typeface="Barlow"/>
              </a:rPr>
              <a:t>Integración de monitoreo de flota</a:t>
            </a:r>
            <a:endParaRPr sz="1600" b="0" i="0" u="none" strike="noStrike" cap="none">
              <a:solidFill>
                <a:srgbClr val="202331"/>
              </a:solidFill>
              <a:latin typeface="Barlow"/>
              <a:ea typeface="Barlow"/>
              <a:cs typeface="Barlow"/>
              <a:sym typeface="Barlow"/>
            </a:endParaRPr>
          </a:p>
          <a:p>
            <a:pPr marL="457200" marR="0" lvl="0" indent="-330200" algn="l" rtl="0">
              <a:lnSpc>
                <a:spcPct val="100000"/>
              </a:lnSpc>
              <a:spcBef>
                <a:spcPts val="0"/>
              </a:spcBef>
              <a:spcAft>
                <a:spcPts val="0"/>
              </a:spcAft>
              <a:buClr>
                <a:srgbClr val="202331"/>
              </a:buClr>
              <a:buSzPts val="1600"/>
              <a:buFont typeface="Barlow"/>
              <a:buChar char="●"/>
            </a:pPr>
            <a:r>
              <a:rPr lang="es-MX" sz="1600" b="0" i="0" u="none" strike="noStrike" cap="none">
                <a:solidFill>
                  <a:srgbClr val="202331"/>
                </a:solidFill>
                <a:latin typeface="Barlow"/>
                <a:ea typeface="Barlow"/>
                <a:cs typeface="Barlow"/>
                <a:sym typeface="Barlow"/>
              </a:rPr>
              <a:t>Gestionar hora de entrada y salida de la planta.</a:t>
            </a:r>
            <a:endParaRPr sz="1600" b="0" i="0" u="none" strike="noStrike" cap="none">
              <a:solidFill>
                <a:srgbClr val="000000"/>
              </a:solidFill>
              <a:latin typeface="Barlow"/>
              <a:ea typeface="Barlow"/>
              <a:cs typeface="Barlow"/>
              <a:sym typeface="Barlow"/>
            </a:endParaRPr>
          </a:p>
        </p:txBody>
      </p:sp>
      <p:grpSp>
        <p:nvGrpSpPr>
          <p:cNvPr id="244" name="Google Shape;244;p5"/>
          <p:cNvGrpSpPr/>
          <p:nvPr/>
        </p:nvGrpSpPr>
        <p:grpSpPr>
          <a:xfrm>
            <a:off x="5512006" y="2292719"/>
            <a:ext cx="1168003" cy="1168196"/>
            <a:chOff x="2081650" y="4993750"/>
            <a:chExt cx="483125" cy="483125"/>
          </a:xfrm>
        </p:grpSpPr>
        <p:sp>
          <p:nvSpPr>
            <p:cNvPr id="245" name="Google Shape;245;p5"/>
            <p:cNvSpPr/>
            <p:nvPr/>
          </p:nvSpPr>
          <p:spPr>
            <a:xfrm>
              <a:off x="2081650" y="4993750"/>
              <a:ext cx="483125" cy="483125"/>
            </a:xfrm>
            <a:custGeom>
              <a:avLst/>
              <a:gdLst/>
              <a:ahLst/>
              <a:cxnLst/>
              <a:rect l="l" t="t" r="r" b="b"/>
              <a:pathLst>
                <a:path w="19325" h="19325" extrusionOk="0">
                  <a:moveTo>
                    <a:pt x="9663" y="1133"/>
                  </a:moveTo>
                  <a:cubicBezTo>
                    <a:pt x="11824" y="1133"/>
                    <a:pt x="13983" y="1975"/>
                    <a:pt x="15668" y="3657"/>
                  </a:cubicBezTo>
                  <a:cubicBezTo>
                    <a:pt x="19035" y="7027"/>
                    <a:pt x="19035" y="12302"/>
                    <a:pt x="15668" y="15668"/>
                  </a:cubicBezTo>
                  <a:cubicBezTo>
                    <a:pt x="13983" y="17350"/>
                    <a:pt x="11824" y="18193"/>
                    <a:pt x="9663" y="18193"/>
                  </a:cubicBezTo>
                  <a:cubicBezTo>
                    <a:pt x="7501" y="18193"/>
                    <a:pt x="5342" y="17350"/>
                    <a:pt x="3657" y="15668"/>
                  </a:cubicBezTo>
                  <a:cubicBezTo>
                    <a:pt x="290" y="12302"/>
                    <a:pt x="290" y="7024"/>
                    <a:pt x="3657" y="3657"/>
                  </a:cubicBezTo>
                  <a:cubicBezTo>
                    <a:pt x="5342" y="1975"/>
                    <a:pt x="7501" y="1133"/>
                    <a:pt x="9663" y="1133"/>
                  </a:cubicBezTo>
                  <a:close/>
                  <a:moveTo>
                    <a:pt x="9663" y="1"/>
                  </a:moveTo>
                  <a:cubicBezTo>
                    <a:pt x="7117" y="1"/>
                    <a:pt x="4699" y="1015"/>
                    <a:pt x="2857" y="2857"/>
                  </a:cubicBezTo>
                  <a:cubicBezTo>
                    <a:pt x="1015" y="4699"/>
                    <a:pt x="0" y="7117"/>
                    <a:pt x="0" y="9663"/>
                  </a:cubicBezTo>
                  <a:cubicBezTo>
                    <a:pt x="0" y="12208"/>
                    <a:pt x="1015" y="14627"/>
                    <a:pt x="2857" y="16469"/>
                  </a:cubicBezTo>
                  <a:cubicBezTo>
                    <a:pt x="4699" y="18310"/>
                    <a:pt x="7117" y="19325"/>
                    <a:pt x="9663" y="19325"/>
                  </a:cubicBezTo>
                  <a:cubicBezTo>
                    <a:pt x="12208" y="19325"/>
                    <a:pt x="14626" y="18310"/>
                    <a:pt x="16468" y="16469"/>
                  </a:cubicBezTo>
                  <a:cubicBezTo>
                    <a:pt x="18310" y="14627"/>
                    <a:pt x="19325" y="12208"/>
                    <a:pt x="19325" y="9663"/>
                  </a:cubicBezTo>
                  <a:cubicBezTo>
                    <a:pt x="19325" y="7117"/>
                    <a:pt x="18310" y="4699"/>
                    <a:pt x="16468" y="2857"/>
                  </a:cubicBezTo>
                  <a:cubicBezTo>
                    <a:pt x="14626" y="1015"/>
                    <a:pt x="12208" y="1"/>
                    <a:pt x="9663" y="1"/>
                  </a:cubicBezTo>
                  <a:close/>
                </a:path>
              </a:pathLst>
            </a:custGeom>
            <a:solidFill>
              <a:srgbClr val="38761D"/>
            </a:solidFill>
            <a:ln>
              <a:noFill/>
            </a:ln>
          </p:spPr>
          <p:txBody>
            <a:bodyPr spcFirstLastPara="1" wrap="square" lIns="346450" tIns="346450" rIns="346450" bIns="346450" anchor="ctr" anchorCtr="0">
              <a:noAutofit/>
            </a:bodyPr>
            <a:lstStyle/>
            <a:p>
              <a:pPr marL="0" marR="0" lvl="0" indent="0" algn="l" rtl="0">
                <a:lnSpc>
                  <a:spcPct val="100000"/>
                </a:lnSpc>
                <a:spcBef>
                  <a:spcPts val="0"/>
                </a:spcBef>
                <a:spcAft>
                  <a:spcPts val="0"/>
                </a:spcAft>
                <a:buClr>
                  <a:srgbClr val="000000"/>
                </a:buClr>
                <a:buSzPts val="5305"/>
                <a:buFont typeface="Arial"/>
                <a:buNone/>
              </a:pPr>
              <a:endParaRPr sz="5305" b="0" i="0" u="none" strike="noStrike" cap="none">
                <a:solidFill>
                  <a:srgbClr val="435D74"/>
                </a:solidFill>
                <a:latin typeface="Arial"/>
                <a:ea typeface="Arial"/>
                <a:cs typeface="Arial"/>
                <a:sym typeface="Arial"/>
              </a:endParaRPr>
            </a:p>
          </p:txBody>
        </p:sp>
        <p:sp>
          <p:nvSpPr>
            <p:cNvPr id="246" name="Google Shape;246;p5"/>
            <p:cNvSpPr/>
            <p:nvPr/>
          </p:nvSpPr>
          <p:spPr>
            <a:xfrm>
              <a:off x="2209375" y="5125625"/>
              <a:ext cx="227600" cy="219350"/>
            </a:xfrm>
            <a:custGeom>
              <a:avLst/>
              <a:gdLst/>
              <a:ahLst/>
              <a:cxnLst/>
              <a:rect l="l" t="t" r="r" b="b"/>
              <a:pathLst>
                <a:path w="9104" h="8774" extrusionOk="0">
                  <a:moveTo>
                    <a:pt x="7232" y="1143"/>
                  </a:moveTo>
                  <a:cubicBezTo>
                    <a:pt x="7377" y="1143"/>
                    <a:pt x="7522" y="1198"/>
                    <a:pt x="7633" y="1308"/>
                  </a:cubicBezTo>
                  <a:cubicBezTo>
                    <a:pt x="7851" y="1528"/>
                    <a:pt x="7854" y="1882"/>
                    <a:pt x="7639" y="2102"/>
                  </a:cubicBezTo>
                  <a:lnTo>
                    <a:pt x="5755" y="3986"/>
                  </a:lnTo>
                  <a:cubicBezTo>
                    <a:pt x="5532" y="4210"/>
                    <a:pt x="5532" y="4566"/>
                    <a:pt x="5755" y="4789"/>
                  </a:cubicBezTo>
                  <a:lnTo>
                    <a:pt x="7639" y="6673"/>
                  </a:lnTo>
                  <a:cubicBezTo>
                    <a:pt x="7854" y="6894"/>
                    <a:pt x="7851" y="7247"/>
                    <a:pt x="7633" y="7468"/>
                  </a:cubicBezTo>
                  <a:cubicBezTo>
                    <a:pt x="7522" y="7577"/>
                    <a:pt x="7377" y="7633"/>
                    <a:pt x="7232" y="7633"/>
                  </a:cubicBezTo>
                  <a:cubicBezTo>
                    <a:pt x="7090" y="7633"/>
                    <a:pt x="6948" y="7580"/>
                    <a:pt x="6839" y="7474"/>
                  </a:cubicBezTo>
                  <a:lnTo>
                    <a:pt x="6830" y="7468"/>
                  </a:lnTo>
                  <a:lnTo>
                    <a:pt x="4946" y="5650"/>
                  </a:lnTo>
                  <a:cubicBezTo>
                    <a:pt x="4836" y="5544"/>
                    <a:pt x="4695" y="5491"/>
                    <a:pt x="4554" y="5491"/>
                  </a:cubicBezTo>
                  <a:cubicBezTo>
                    <a:pt x="4412" y="5491"/>
                    <a:pt x="4271" y="5544"/>
                    <a:pt x="4161" y="5650"/>
                  </a:cubicBezTo>
                  <a:lnTo>
                    <a:pt x="2277" y="7468"/>
                  </a:lnTo>
                  <a:lnTo>
                    <a:pt x="2268" y="7474"/>
                  </a:lnTo>
                  <a:cubicBezTo>
                    <a:pt x="2159" y="7580"/>
                    <a:pt x="2017" y="7633"/>
                    <a:pt x="1875" y="7633"/>
                  </a:cubicBezTo>
                  <a:cubicBezTo>
                    <a:pt x="1730" y="7633"/>
                    <a:pt x="1585" y="7577"/>
                    <a:pt x="1474" y="7468"/>
                  </a:cubicBezTo>
                  <a:cubicBezTo>
                    <a:pt x="1256" y="7247"/>
                    <a:pt x="1253" y="6894"/>
                    <a:pt x="1468" y="6673"/>
                  </a:cubicBezTo>
                  <a:lnTo>
                    <a:pt x="3352" y="4789"/>
                  </a:lnTo>
                  <a:cubicBezTo>
                    <a:pt x="3575" y="4566"/>
                    <a:pt x="3575" y="4210"/>
                    <a:pt x="3352" y="3986"/>
                  </a:cubicBezTo>
                  <a:lnTo>
                    <a:pt x="1468" y="2102"/>
                  </a:lnTo>
                  <a:cubicBezTo>
                    <a:pt x="1253" y="1882"/>
                    <a:pt x="1256" y="1528"/>
                    <a:pt x="1474" y="1308"/>
                  </a:cubicBezTo>
                  <a:cubicBezTo>
                    <a:pt x="1585" y="1198"/>
                    <a:pt x="1730" y="1143"/>
                    <a:pt x="1875" y="1143"/>
                  </a:cubicBezTo>
                  <a:cubicBezTo>
                    <a:pt x="2017" y="1143"/>
                    <a:pt x="2159" y="1196"/>
                    <a:pt x="2268" y="1302"/>
                  </a:cubicBezTo>
                  <a:lnTo>
                    <a:pt x="2277" y="1308"/>
                  </a:lnTo>
                  <a:lnTo>
                    <a:pt x="4161" y="3126"/>
                  </a:lnTo>
                  <a:cubicBezTo>
                    <a:pt x="4271" y="3231"/>
                    <a:pt x="4412" y="3284"/>
                    <a:pt x="4554" y="3284"/>
                  </a:cubicBezTo>
                  <a:cubicBezTo>
                    <a:pt x="4695" y="3284"/>
                    <a:pt x="4836" y="3231"/>
                    <a:pt x="4946" y="3126"/>
                  </a:cubicBezTo>
                  <a:lnTo>
                    <a:pt x="6830" y="1308"/>
                  </a:lnTo>
                  <a:lnTo>
                    <a:pt x="6839" y="1302"/>
                  </a:lnTo>
                  <a:cubicBezTo>
                    <a:pt x="6948" y="1196"/>
                    <a:pt x="7090" y="1143"/>
                    <a:pt x="7232" y="1143"/>
                  </a:cubicBezTo>
                  <a:close/>
                  <a:moveTo>
                    <a:pt x="1865" y="0"/>
                  </a:moveTo>
                  <a:cubicBezTo>
                    <a:pt x="1430" y="0"/>
                    <a:pt x="995" y="166"/>
                    <a:pt x="664" y="499"/>
                  </a:cubicBezTo>
                  <a:cubicBezTo>
                    <a:pt x="0" y="1163"/>
                    <a:pt x="3" y="2241"/>
                    <a:pt x="667" y="2902"/>
                  </a:cubicBezTo>
                  <a:lnTo>
                    <a:pt x="2153" y="4388"/>
                  </a:lnTo>
                  <a:lnTo>
                    <a:pt x="667" y="5873"/>
                  </a:lnTo>
                  <a:cubicBezTo>
                    <a:pt x="0" y="6535"/>
                    <a:pt x="0" y="7610"/>
                    <a:pt x="661" y="8274"/>
                  </a:cubicBezTo>
                  <a:cubicBezTo>
                    <a:pt x="995" y="8607"/>
                    <a:pt x="1431" y="8774"/>
                    <a:pt x="1868" y="8774"/>
                  </a:cubicBezTo>
                  <a:cubicBezTo>
                    <a:pt x="2301" y="8774"/>
                    <a:pt x="2734" y="8609"/>
                    <a:pt x="3065" y="8280"/>
                  </a:cubicBezTo>
                  <a:lnTo>
                    <a:pt x="4554" y="6846"/>
                  </a:lnTo>
                  <a:lnTo>
                    <a:pt x="6042" y="8280"/>
                  </a:lnTo>
                  <a:cubicBezTo>
                    <a:pt x="6373" y="8609"/>
                    <a:pt x="6806" y="8774"/>
                    <a:pt x="7239" y="8774"/>
                  </a:cubicBezTo>
                  <a:cubicBezTo>
                    <a:pt x="7675" y="8774"/>
                    <a:pt x="8111" y="8607"/>
                    <a:pt x="8443" y="8274"/>
                  </a:cubicBezTo>
                  <a:cubicBezTo>
                    <a:pt x="9104" y="7610"/>
                    <a:pt x="9104" y="6535"/>
                    <a:pt x="8440" y="5873"/>
                  </a:cubicBezTo>
                  <a:lnTo>
                    <a:pt x="6957" y="4388"/>
                  </a:lnTo>
                  <a:lnTo>
                    <a:pt x="8440" y="2902"/>
                  </a:lnTo>
                  <a:cubicBezTo>
                    <a:pt x="8760" y="2585"/>
                    <a:pt x="8938" y="2153"/>
                    <a:pt x="8938" y="1703"/>
                  </a:cubicBezTo>
                  <a:cubicBezTo>
                    <a:pt x="8938" y="1018"/>
                    <a:pt x="8524" y="399"/>
                    <a:pt x="7893" y="133"/>
                  </a:cubicBezTo>
                  <a:cubicBezTo>
                    <a:pt x="7682" y="46"/>
                    <a:pt x="7460" y="3"/>
                    <a:pt x="7239" y="3"/>
                  </a:cubicBezTo>
                  <a:cubicBezTo>
                    <a:pt x="6799" y="3"/>
                    <a:pt x="6366" y="174"/>
                    <a:pt x="6042" y="496"/>
                  </a:cubicBezTo>
                  <a:lnTo>
                    <a:pt x="4554" y="1930"/>
                  </a:lnTo>
                  <a:lnTo>
                    <a:pt x="3065" y="496"/>
                  </a:lnTo>
                  <a:cubicBezTo>
                    <a:pt x="2733" y="165"/>
                    <a:pt x="2299" y="0"/>
                    <a:pt x="1865" y="0"/>
                  </a:cubicBezTo>
                  <a:close/>
                </a:path>
              </a:pathLst>
            </a:custGeom>
            <a:solidFill>
              <a:srgbClr val="38761D"/>
            </a:solidFill>
            <a:ln>
              <a:noFill/>
            </a:ln>
          </p:spPr>
          <p:txBody>
            <a:bodyPr spcFirstLastPara="1" wrap="square" lIns="346450" tIns="346450" rIns="346450" bIns="346450" anchor="ctr" anchorCtr="0">
              <a:noAutofit/>
            </a:bodyPr>
            <a:lstStyle/>
            <a:p>
              <a:pPr marL="0" marR="0" lvl="0" indent="0" algn="l" rtl="0">
                <a:lnSpc>
                  <a:spcPct val="100000"/>
                </a:lnSpc>
                <a:spcBef>
                  <a:spcPts val="0"/>
                </a:spcBef>
                <a:spcAft>
                  <a:spcPts val="0"/>
                </a:spcAft>
                <a:buClr>
                  <a:srgbClr val="000000"/>
                </a:buClr>
                <a:buSzPts val="5305"/>
                <a:buFont typeface="Arial"/>
                <a:buNone/>
              </a:pPr>
              <a:endParaRPr sz="5305" b="0" i="0" u="none" strike="noStrike" cap="none">
                <a:solidFill>
                  <a:srgbClr val="435D74"/>
                </a:solidFill>
                <a:latin typeface="Arial"/>
                <a:ea typeface="Arial"/>
                <a:cs typeface="Arial"/>
                <a:sym typeface="Arial"/>
              </a:endParaRPr>
            </a:p>
          </p:txBody>
        </p:sp>
      </p:grpSp>
      <p:grpSp>
        <p:nvGrpSpPr>
          <p:cNvPr id="247" name="Google Shape;247;p5"/>
          <p:cNvGrpSpPr/>
          <p:nvPr/>
        </p:nvGrpSpPr>
        <p:grpSpPr>
          <a:xfrm>
            <a:off x="8906190" y="2293647"/>
            <a:ext cx="1166357" cy="1166372"/>
            <a:chOff x="6896363" y="1411887"/>
            <a:chExt cx="990116" cy="990213"/>
          </a:xfrm>
        </p:grpSpPr>
        <p:sp>
          <p:nvSpPr>
            <p:cNvPr id="248" name="Google Shape;248;p5"/>
            <p:cNvSpPr/>
            <p:nvPr/>
          </p:nvSpPr>
          <p:spPr>
            <a:xfrm>
              <a:off x="6896363" y="1411887"/>
              <a:ext cx="990116" cy="990213"/>
            </a:xfrm>
            <a:custGeom>
              <a:avLst/>
              <a:gdLst/>
              <a:ahLst/>
              <a:cxnLst/>
              <a:rect l="l" t="t" r="r" b="b"/>
              <a:pathLst>
                <a:path w="19325" h="19325" extrusionOk="0">
                  <a:moveTo>
                    <a:pt x="9663" y="1133"/>
                  </a:moveTo>
                  <a:cubicBezTo>
                    <a:pt x="11824" y="1133"/>
                    <a:pt x="13983" y="1975"/>
                    <a:pt x="15668" y="3657"/>
                  </a:cubicBezTo>
                  <a:cubicBezTo>
                    <a:pt x="19035" y="7027"/>
                    <a:pt x="19035" y="12302"/>
                    <a:pt x="15668" y="15668"/>
                  </a:cubicBezTo>
                  <a:cubicBezTo>
                    <a:pt x="13983" y="17350"/>
                    <a:pt x="11824" y="18193"/>
                    <a:pt x="9663" y="18193"/>
                  </a:cubicBezTo>
                  <a:cubicBezTo>
                    <a:pt x="7501" y="18193"/>
                    <a:pt x="5342" y="17350"/>
                    <a:pt x="3657" y="15668"/>
                  </a:cubicBezTo>
                  <a:cubicBezTo>
                    <a:pt x="290" y="12302"/>
                    <a:pt x="290" y="7024"/>
                    <a:pt x="3657" y="3657"/>
                  </a:cubicBezTo>
                  <a:cubicBezTo>
                    <a:pt x="5342" y="1975"/>
                    <a:pt x="7501" y="1133"/>
                    <a:pt x="9663" y="1133"/>
                  </a:cubicBezTo>
                  <a:close/>
                  <a:moveTo>
                    <a:pt x="9663" y="1"/>
                  </a:moveTo>
                  <a:cubicBezTo>
                    <a:pt x="7117" y="1"/>
                    <a:pt x="4699" y="1015"/>
                    <a:pt x="2857" y="2857"/>
                  </a:cubicBezTo>
                  <a:cubicBezTo>
                    <a:pt x="1015" y="4699"/>
                    <a:pt x="0" y="7117"/>
                    <a:pt x="0" y="9663"/>
                  </a:cubicBezTo>
                  <a:cubicBezTo>
                    <a:pt x="0" y="12208"/>
                    <a:pt x="1015" y="14627"/>
                    <a:pt x="2857" y="16469"/>
                  </a:cubicBezTo>
                  <a:cubicBezTo>
                    <a:pt x="4699" y="18310"/>
                    <a:pt x="7117" y="19325"/>
                    <a:pt x="9663" y="19325"/>
                  </a:cubicBezTo>
                  <a:cubicBezTo>
                    <a:pt x="12208" y="19325"/>
                    <a:pt x="14626" y="18310"/>
                    <a:pt x="16468" y="16469"/>
                  </a:cubicBezTo>
                  <a:cubicBezTo>
                    <a:pt x="18310" y="14627"/>
                    <a:pt x="19325" y="12208"/>
                    <a:pt x="19325" y="9663"/>
                  </a:cubicBezTo>
                  <a:cubicBezTo>
                    <a:pt x="19325" y="7117"/>
                    <a:pt x="18310" y="4699"/>
                    <a:pt x="16468" y="2857"/>
                  </a:cubicBezTo>
                  <a:cubicBezTo>
                    <a:pt x="14626" y="1015"/>
                    <a:pt x="12208" y="1"/>
                    <a:pt x="9663" y="1"/>
                  </a:cubicBezTo>
                  <a:close/>
                </a:path>
              </a:pathLst>
            </a:custGeom>
            <a:solidFill>
              <a:srgbClr val="38761D"/>
            </a:solidFill>
            <a:ln>
              <a:noFill/>
            </a:ln>
          </p:spPr>
          <p:txBody>
            <a:bodyPr spcFirstLastPara="1" wrap="square" lIns="293675" tIns="293675" rIns="293675" bIns="293675" anchor="ctr" anchorCtr="0">
              <a:noAutofit/>
            </a:bodyPr>
            <a:lstStyle/>
            <a:p>
              <a:pPr marL="0" marR="0" lvl="0" indent="0" algn="l" rtl="0">
                <a:lnSpc>
                  <a:spcPct val="100000"/>
                </a:lnSpc>
                <a:spcBef>
                  <a:spcPts val="0"/>
                </a:spcBef>
                <a:spcAft>
                  <a:spcPts val="0"/>
                </a:spcAft>
                <a:buClr>
                  <a:srgbClr val="000000"/>
                </a:buClr>
                <a:buSzPts val="4497"/>
                <a:buFont typeface="Arial"/>
                <a:buNone/>
              </a:pPr>
              <a:endParaRPr sz="4497" b="0" i="0" u="none" strike="noStrike" cap="none">
                <a:solidFill>
                  <a:srgbClr val="435D74"/>
                </a:solidFill>
                <a:latin typeface="Arial"/>
                <a:ea typeface="Arial"/>
                <a:cs typeface="Arial"/>
                <a:sym typeface="Arial"/>
              </a:endParaRPr>
            </a:p>
          </p:txBody>
        </p:sp>
        <p:grpSp>
          <p:nvGrpSpPr>
            <p:cNvPr id="249" name="Google Shape;249;p5"/>
            <p:cNvGrpSpPr/>
            <p:nvPr/>
          </p:nvGrpSpPr>
          <p:grpSpPr>
            <a:xfrm>
              <a:off x="7404925" y="1574377"/>
              <a:ext cx="331927" cy="480648"/>
              <a:chOff x="7404925" y="1574377"/>
              <a:chExt cx="331927" cy="480648"/>
            </a:xfrm>
          </p:grpSpPr>
          <p:sp>
            <p:nvSpPr>
              <p:cNvPr id="250" name="Google Shape;250;p5"/>
              <p:cNvSpPr/>
              <p:nvPr/>
            </p:nvSpPr>
            <p:spPr>
              <a:xfrm>
                <a:off x="7404925" y="1574377"/>
                <a:ext cx="103327" cy="99648"/>
              </a:xfrm>
              <a:custGeom>
                <a:avLst/>
                <a:gdLst/>
                <a:ahLst/>
                <a:cxnLst/>
                <a:rect l="l" t="t" r="r" b="b"/>
                <a:pathLst>
                  <a:path w="5870" h="5661" extrusionOk="0">
                    <a:moveTo>
                      <a:pt x="2935" y="1832"/>
                    </a:moveTo>
                    <a:lnTo>
                      <a:pt x="3183" y="2327"/>
                    </a:lnTo>
                    <a:cubicBezTo>
                      <a:pt x="3237" y="2438"/>
                      <a:pt x="3327" y="2526"/>
                      <a:pt x="3436" y="2580"/>
                    </a:cubicBezTo>
                    <a:lnTo>
                      <a:pt x="3931" y="2831"/>
                    </a:lnTo>
                    <a:lnTo>
                      <a:pt x="3436" y="3079"/>
                    </a:lnTo>
                    <a:cubicBezTo>
                      <a:pt x="3327" y="3133"/>
                      <a:pt x="3237" y="3220"/>
                      <a:pt x="3183" y="3332"/>
                    </a:cubicBezTo>
                    <a:lnTo>
                      <a:pt x="2935" y="3827"/>
                    </a:lnTo>
                    <a:lnTo>
                      <a:pt x="2684" y="3332"/>
                    </a:lnTo>
                    <a:cubicBezTo>
                      <a:pt x="2630" y="3220"/>
                      <a:pt x="2542" y="3133"/>
                      <a:pt x="2431" y="3079"/>
                    </a:cubicBezTo>
                    <a:lnTo>
                      <a:pt x="1936" y="2831"/>
                    </a:lnTo>
                    <a:lnTo>
                      <a:pt x="2431" y="2580"/>
                    </a:lnTo>
                    <a:cubicBezTo>
                      <a:pt x="2542" y="2526"/>
                      <a:pt x="2630" y="2438"/>
                      <a:pt x="2684" y="2327"/>
                    </a:cubicBezTo>
                    <a:lnTo>
                      <a:pt x="2935" y="1832"/>
                    </a:lnTo>
                    <a:close/>
                    <a:moveTo>
                      <a:pt x="2933" y="0"/>
                    </a:moveTo>
                    <a:cubicBezTo>
                      <a:pt x="2733" y="0"/>
                      <a:pt x="2532" y="104"/>
                      <a:pt x="2428" y="313"/>
                    </a:cubicBezTo>
                    <a:lnTo>
                      <a:pt x="1757" y="1653"/>
                    </a:lnTo>
                    <a:lnTo>
                      <a:pt x="417" y="2324"/>
                    </a:lnTo>
                    <a:cubicBezTo>
                      <a:pt x="0" y="2532"/>
                      <a:pt x="0" y="3127"/>
                      <a:pt x="417" y="3335"/>
                    </a:cubicBezTo>
                    <a:lnTo>
                      <a:pt x="1757" y="4006"/>
                    </a:lnTo>
                    <a:lnTo>
                      <a:pt x="2428" y="5346"/>
                    </a:lnTo>
                    <a:cubicBezTo>
                      <a:pt x="2532" y="5556"/>
                      <a:pt x="2733" y="5661"/>
                      <a:pt x="2933" y="5661"/>
                    </a:cubicBezTo>
                    <a:cubicBezTo>
                      <a:pt x="3134" y="5661"/>
                      <a:pt x="3335" y="5556"/>
                      <a:pt x="3439" y="5346"/>
                    </a:cubicBezTo>
                    <a:lnTo>
                      <a:pt x="4110" y="4006"/>
                    </a:lnTo>
                    <a:lnTo>
                      <a:pt x="5453" y="3335"/>
                    </a:lnTo>
                    <a:cubicBezTo>
                      <a:pt x="5870" y="3127"/>
                      <a:pt x="5870" y="2532"/>
                      <a:pt x="5453" y="2324"/>
                    </a:cubicBezTo>
                    <a:lnTo>
                      <a:pt x="4110" y="1653"/>
                    </a:lnTo>
                    <a:lnTo>
                      <a:pt x="3439" y="313"/>
                    </a:lnTo>
                    <a:cubicBezTo>
                      <a:pt x="3335" y="104"/>
                      <a:pt x="3134" y="0"/>
                      <a:pt x="2933" y="0"/>
                    </a:cubicBezTo>
                    <a:close/>
                  </a:path>
                </a:pathLst>
              </a:custGeom>
              <a:solidFill>
                <a:srgbClr val="38761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35D74"/>
                  </a:solidFill>
                  <a:latin typeface="Arial"/>
                  <a:ea typeface="Arial"/>
                  <a:cs typeface="Arial"/>
                  <a:sym typeface="Arial"/>
                </a:endParaRPr>
              </a:p>
            </p:txBody>
          </p:sp>
          <p:sp>
            <p:nvSpPr>
              <p:cNvPr id="251" name="Google Shape;251;p5"/>
              <p:cNvSpPr/>
              <p:nvPr/>
            </p:nvSpPr>
            <p:spPr>
              <a:xfrm>
                <a:off x="7633525" y="1726777"/>
                <a:ext cx="103327" cy="99648"/>
              </a:xfrm>
              <a:custGeom>
                <a:avLst/>
                <a:gdLst/>
                <a:ahLst/>
                <a:cxnLst/>
                <a:rect l="l" t="t" r="r" b="b"/>
                <a:pathLst>
                  <a:path w="5870" h="5661" extrusionOk="0">
                    <a:moveTo>
                      <a:pt x="2935" y="1832"/>
                    </a:moveTo>
                    <a:lnTo>
                      <a:pt x="3183" y="2327"/>
                    </a:lnTo>
                    <a:cubicBezTo>
                      <a:pt x="3237" y="2438"/>
                      <a:pt x="3327" y="2526"/>
                      <a:pt x="3436" y="2580"/>
                    </a:cubicBezTo>
                    <a:lnTo>
                      <a:pt x="3931" y="2831"/>
                    </a:lnTo>
                    <a:lnTo>
                      <a:pt x="3436" y="3079"/>
                    </a:lnTo>
                    <a:cubicBezTo>
                      <a:pt x="3327" y="3133"/>
                      <a:pt x="3237" y="3220"/>
                      <a:pt x="3183" y="3332"/>
                    </a:cubicBezTo>
                    <a:lnTo>
                      <a:pt x="2935" y="3827"/>
                    </a:lnTo>
                    <a:lnTo>
                      <a:pt x="2684" y="3332"/>
                    </a:lnTo>
                    <a:cubicBezTo>
                      <a:pt x="2630" y="3220"/>
                      <a:pt x="2542" y="3133"/>
                      <a:pt x="2431" y="3079"/>
                    </a:cubicBezTo>
                    <a:lnTo>
                      <a:pt x="1936" y="2831"/>
                    </a:lnTo>
                    <a:lnTo>
                      <a:pt x="2431" y="2580"/>
                    </a:lnTo>
                    <a:cubicBezTo>
                      <a:pt x="2542" y="2526"/>
                      <a:pt x="2630" y="2438"/>
                      <a:pt x="2684" y="2327"/>
                    </a:cubicBezTo>
                    <a:lnTo>
                      <a:pt x="2935" y="1832"/>
                    </a:lnTo>
                    <a:close/>
                    <a:moveTo>
                      <a:pt x="2933" y="0"/>
                    </a:moveTo>
                    <a:cubicBezTo>
                      <a:pt x="2733" y="0"/>
                      <a:pt x="2532" y="104"/>
                      <a:pt x="2428" y="313"/>
                    </a:cubicBezTo>
                    <a:lnTo>
                      <a:pt x="1757" y="1653"/>
                    </a:lnTo>
                    <a:lnTo>
                      <a:pt x="417" y="2324"/>
                    </a:lnTo>
                    <a:cubicBezTo>
                      <a:pt x="0" y="2532"/>
                      <a:pt x="0" y="3127"/>
                      <a:pt x="417" y="3335"/>
                    </a:cubicBezTo>
                    <a:lnTo>
                      <a:pt x="1757" y="4006"/>
                    </a:lnTo>
                    <a:lnTo>
                      <a:pt x="2428" y="5346"/>
                    </a:lnTo>
                    <a:cubicBezTo>
                      <a:pt x="2532" y="5556"/>
                      <a:pt x="2733" y="5661"/>
                      <a:pt x="2933" y="5661"/>
                    </a:cubicBezTo>
                    <a:cubicBezTo>
                      <a:pt x="3134" y="5661"/>
                      <a:pt x="3335" y="5556"/>
                      <a:pt x="3439" y="5346"/>
                    </a:cubicBezTo>
                    <a:lnTo>
                      <a:pt x="4110" y="4006"/>
                    </a:lnTo>
                    <a:lnTo>
                      <a:pt x="5453" y="3335"/>
                    </a:lnTo>
                    <a:cubicBezTo>
                      <a:pt x="5870" y="3127"/>
                      <a:pt x="5870" y="2532"/>
                      <a:pt x="5453" y="2324"/>
                    </a:cubicBezTo>
                    <a:lnTo>
                      <a:pt x="4110" y="1653"/>
                    </a:lnTo>
                    <a:lnTo>
                      <a:pt x="3439" y="313"/>
                    </a:lnTo>
                    <a:cubicBezTo>
                      <a:pt x="3335" y="104"/>
                      <a:pt x="3134" y="0"/>
                      <a:pt x="2933" y="0"/>
                    </a:cubicBezTo>
                    <a:close/>
                  </a:path>
                </a:pathLst>
              </a:custGeom>
              <a:solidFill>
                <a:srgbClr val="38761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35D74"/>
                  </a:solidFill>
                  <a:latin typeface="Arial"/>
                  <a:ea typeface="Arial"/>
                  <a:cs typeface="Arial"/>
                  <a:sym typeface="Arial"/>
                </a:endParaRPr>
              </a:p>
            </p:txBody>
          </p:sp>
          <p:sp>
            <p:nvSpPr>
              <p:cNvPr id="252" name="Google Shape;252;p5"/>
              <p:cNvSpPr/>
              <p:nvPr/>
            </p:nvSpPr>
            <p:spPr>
              <a:xfrm>
                <a:off x="7633525" y="1955377"/>
                <a:ext cx="103327" cy="99648"/>
              </a:xfrm>
              <a:custGeom>
                <a:avLst/>
                <a:gdLst/>
                <a:ahLst/>
                <a:cxnLst/>
                <a:rect l="l" t="t" r="r" b="b"/>
                <a:pathLst>
                  <a:path w="5870" h="5661" extrusionOk="0">
                    <a:moveTo>
                      <a:pt x="2935" y="1832"/>
                    </a:moveTo>
                    <a:lnTo>
                      <a:pt x="3183" y="2327"/>
                    </a:lnTo>
                    <a:cubicBezTo>
                      <a:pt x="3237" y="2438"/>
                      <a:pt x="3327" y="2526"/>
                      <a:pt x="3436" y="2580"/>
                    </a:cubicBezTo>
                    <a:lnTo>
                      <a:pt x="3931" y="2831"/>
                    </a:lnTo>
                    <a:lnTo>
                      <a:pt x="3436" y="3079"/>
                    </a:lnTo>
                    <a:cubicBezTo>
                      <a:pt x="3327" y="3133"/>
                      <a:pt x="3237" y="3220"/>
                      <a:pt x="3183" y="3332"/>
                    </a:cubicBezTo>
                    <a:lnTo>
                      <a:pt x="2935" y="3827"/>
                    </a:lnTo>
                    <a:lnTo>
                      <a:pt x="2684" y="3332"/>
                    </a:lnTo>
                    <a:cubicBezTo>
                      <a:pt x="2630" y="3220"/>
                      <a:pt x="2542" y="3133"/>
                      <a:pt x="2431" y="3079"/>
                    </a:cubicBezTo>
                    <a:lnTo>
                      <a:pt x="1936" y="2831"/>
                    </a:lnTo>
                    <a:lnTo>
                      <a:pt x="2431" y="2580"/>
                    </a:lnTo>
                    <a:cubicBezTo>
                      <a:pt x="2542" y="2526"/>
                      <a:pt x="2630" y="2438"/>
                      <a:pt x="2684" y="2327"/>
                    </a:cubicBezTo>
                    <a:lnTo>
                      <a:pt x="2935" y="1832"/>
                    </a:lnTo>
                    <a:close/>
                    <a:moveTo>
                      <a:pt x="2933" y="0"/>
                    </a:moveTo>
                    <a:cubicBezTo>
                      <a:pt x="2733" y="0"/>
                      <a:pt x="2532" y="104"/>
                      <a:pt x="2428" y="313"/>
                    </a:cubicBezTo>
                    <a:lnTo>
                      <a:pt x="1757" y="1653"/>
                    </a:lnTo>
                    <a:lnTo>
                      <a:pt x="417" y="2324"/>
                    </a:lnTo>
                    <a:cubicBezTo>
                      <a:pt x="0" y="2532"/>
                      <a:pt x="0" y="3127"/>
                      <a:pt x="417" y="3335"/>
                    </a:cubicBezTo>
                    <a:lnTo>
                      <a:pt x="1757" y="4006"/>
                    </a:lnTo>
                    <a:lnTo>
                      <a:pt x="2428" y="5346"/>
                    </a:lnTo>
                    <a:cubicBezTo>
                      <a:pt x="2532" y="5556"/>
                      <a:pt x="2733" y="5661"/>
                      <a:pt x="2933" y="5661"/>
                    </a:cubicBezTo>
                    <a:cubicBezTo>
                      <a:pt x="3134" y="5661"/>
                      <a:pt x="3335" y="5556"/>
                      <a:pt x="3439" y="5346"/>
                    </a:cubicBezTo>
                    <a:lnTo>
                      <a:pt x="4110" y="4006"/>
                    </a:lnTo>
                    <a:lnTo>
                      <a:pt x="5453" y="3335"/>
                    </a:lnTo>
                    <a:cubicBezTo>
                      <a:pt x="5870" y="3127"/>
                      <a:pt x="5870" y="2532"/>
                      <a:pt x="5453" y="2324"/>
                    </a:cubicBezTo>
                    <a:lnTo>
                      <a:pt x="4110" y="1653"/>
                    </a:lnTo>
                    <a:lnTo>
                      <a:pt x="3439" y="313"/>
                    </a:lnTo>
                    <a:cubicBezTo>
                      <a:pt x="3335" y="104"/>
                      <a:pt x="3134" y="0"/>
                      <a:pt x="2933" y="0"/>
                    </a:cubicBezTo>
                    <a:close/>
                  </a:path>
                </a:pathLst>
              </a:custGeom>
              <a:solidFill>
                <a:srgbClr val="38761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35D74"/>
                  </a:solidFill>
                  <a:latin typeface="Arial"/>
                  <a:ea typeface="Arial"/>
                  <a:cs typeface="Arial"/>
                  <a:sym typeface="Arial"/>
                </a:endParaRPr>
              </a:p>
            </p:txBody>
          </p:sp>
        </p:grpSp>
      </p:grpSp>
      <p:grpSp>
        <p:nvGrpSpPr>
          <p:cNvPr id="253" name="Google Shape;253;p5"/>
          <p:cNvGrpSpPr/>
          <p:nvPr/>
        </p:nvGrpSpPr>
        <p:grpSpPr>
          <a:xfrm>
            <a:off x="1937600" y="2293627"/>
            <a:ext cx="1166409" cy="1166409"/>
            <a:chOff x="1487200" y="4993750"/>
            <a:chExt cx="483125" cy="483125"/>
          </a:xfrm>
        </p:grpSpPr>
        <p:sp>
          <p:nvSpPr>
            <p:cNvPr id="254" name="Google Shape;254;p5"/>
            <p:cNvSpPr/>
            <p:nvPr/>
          </p:nvSpPr>
          <p:spPr>
            <a:xfrm>
              <a:off x="1487200" y="4993750"/>
              <a:ext cx="483125" cy="483125"/>
            </a:xfrm>
            <a:custGeom>
              <a:avLst/>
              <a:gdLst/>
              <a:ahLst/>
              <a:cxnLst/>
              <a:rect l="l" t="t" r="r" b="b"/>
              <a:pathLst>
                <a:path w="19325" h="19325" extrusionOk="0">
                  <a:moveTo>
                    <a:pt x="9662" y="1133"/>
                  </a:moveTo>
                  <a:cubicBezTo>
                    <a:pt x="11824" y="1133"/>
                    <a:pt x="13983" y="1975"/>
                    <a:pt x="15668" y="3657"/>
                  </a:cubicBezTo>
                  <a:cubicBezTo>
                    <a:pt x="19035" y="7027"/>
                    <a:pt x="19035" y="12302"/>
                    <a:pt x="15668" y="15668"/>
                  </a:cubicBezTo>
                  <a:cubicBezTo>
                    <a:pt x="13983" y="17352"/>
                    <a:pt x="11822" y="18193"/>
                    <a:pt x="9661" y="18193"/>
                  </a:cubicBezTo>
                  <a:cubicBezTo>
                    <a:pt x="7500" y="18193"/>
                    <a:pt x="5340" y="17352"/>
                    <a:pt x="3657" y="15668"/>
                  </a:cubicBezTo>
                  <a:cubicBezTo>
                    <a:pt x="290" y="12302"/>
                    <a:pt x="290" y="7024"/>
                    <a:pt x="3657" y="3657"/>
                  </a:cubicBezTo>
                  <a:cubicBezTo>
                    <a:pt x="5342" y="1975"/>
                    <a:pt x="7500" y="1133"/>
                    <a:pt x="9662" y="1133"/>
                  </a:cubicBezTo>
                  <a:close/>
                  <a:moveTo>
                    <a:pt x="9662" y="1"/>
                  </a:moveTo>
                  <a:cubicBezTo>
                    <a:pt x="7117" y="1"/>
                    <a:pt x="4698" y="1015"/>
                    <a:pt x="2857" y="2857"/>
                  </a:cubicBezTo>
                  <a:cubicBezTo>
                    <a:pt x="1015" y="4699"/>
                    <a:pt x="0" y="7117"/>
                    <a:pt x="0" y="9663"/>
                  </a:cubicBezTo>
                  <a:cubicBezTo>
                    <a:pt x="0" y="12208"/>
                    <a:pt x="1015" y="14627"/>
                    <a:pt x="2857" y="16469"/>
                  </a:cubicBezTo>
                  <a:cubicBezTo>
                    <a:pt x="4698" y="18310"/>
                    <a:pt x="7117" y="19325"/>
                    <a:pt x="9662" y="19325"/>
                  </a:cubicBezTo>
                  <a:cubicBezTo>
                    <a:pt x="12208" y="19325"/>
                    <a:pt x="14626" y="18310"/>
                    <a:pt x="16468" y="16469"/>
                  </a:cubicBezTo>
                  <a:cubicBezTo>
                    <a:pt x="18310" y="14627"/>
                    <a:pt x="19325" y="12208"/>
                    <a:pt x="19325" y="9663"/>
                  </a:cubicBezTo>
                  <a:cubicBezTo>
                    <a:pt x="19325" y="7117"/>
                    <a:pt x="18310" y="4699"/>
                    <a:pt x="16468" y="2857"/>
                  </a:cubicBezTo>
                  <a:cubicBezTo>
                    <a:pt x="14626" y="1015"/>
                    <a:pt x="12208" y="1"/>
                    <a:pt x="9662" y="1"/>
                  </a:cubicBezTo>
                  <a:close/>
                </a:path>
              </a:pathLst>
            </a:custGeom>
            <a:solidFill>
              <a:srgbClr val="38761D"/>
            </a:solidFill>
            <a:ln>
              <a:noFill/>
            </a:ln>
          </p:spPr>
          <p:txBody>
            <a:bodyPr spcFirstLastPara="1" wrap="square" lIns="303875" tIns="303875" rIns="303875" bIns="303875" anchor="ctr" anchorCtr="0">
              <a:noAutofit/>
            </a:bodyPr>
            <a:lstStyle/>
            <a:p>
              <a:pPr marL="0" marR="0" lvl="0" indent="0" algn="l" rtl="0">
                <a:lnSpc>
                  <a:spcPct val="100000"/>
                </a:lnSpc>
                <a:spcBef>
                  <a:spcPts val="0"/>
                </a:spcBef>
                <a:spcAft>
                  <a:spcPts val="0"/>
                </a:spcAft>
                <a:buClr>
                  <a:srgbClr val="000000"/>
                </a:buClr>
                <a:buSzPts val="4653"/>
                <a:buFont typeface="Arial"/>
                <a:buNone/>
              </a:pPr>
              <a:endParaRPr sz="4653" b="0" i="0" u="none" strike="noStrike" cap="none">
                <a:solidFill>
                  <a:srgbClr val="435D74"/>
                </a:solidFill>
                <a:latin typeface="Arial"/>
                <a:ea typeface="Arial"/>
                <a:cs typeface="Arial"/>
                <a:sym typeface="Arial"/>
              </a:endParaRPr>
            </a:p>
          </p:txBody>
        </p:sp>
        <p:sp>
          <p:nvSpPr>
            <p:cNvPr id="255" name="Google Shape;255;p5"/>
            <p:cNvSpPr/>
            <p:nvPr/>
          </p:nvSpPr>
          <p:spPr>
            <a:xfrm>
              <a:off x="1602600" y="5143950"/>
              <a:ext cx="250350" cy="182725"/>
            </a:xfrm>
            <a:custGeom>
              <a:avLst/>
              <a:gdLst/>
              <a:ahLst/>
              <a:cxnLst/>
              <a:rect l="l" t="t" r="r" b="b"/>
              <a:pathLst>
                <a:path w="10014" h="7309" extrusionOk="0">
                  <a:moveTo>
                    <a:pt x="8149" y="1134"/>
                  </a:moveTo>
                  <a:cubicBezTo>
                    <a:pt x="8294" y="1134"/>
                    <a:pt x="8439" y="1189"/>
                    <a:pt x="8549" y="1300"/>
                  </a:cubicBezTo>
                  <a:cubicBezTo>
                    <a:pt x="8769" y="1520"/>
                    <a:pt x="8769" y="1879"/>
                    <a:pt x="8549" y="2100"/>
                  </a:cubicBezTo>
                  <a:lnTo>
                    <a:pt x="4639" y="6007"/>
                  </a:lnTo>
                  <a:cubicBezTo>
                    <a:pt x="4527" y="6120"/>
                    <a:pt x="4377" y="6177"/>
                    <a:pt x="4227" y="6177"/>
                  </a:cubicBezTo>
                  <a:cubicBezTo>
                    <a:pt x="4081" y="6177"/>
                    <a:pt x="3937" y="6123"/>
                    <a:pt x="3830" y="6016"/>
                  </a:cubicBezTo>
                  <a:lnTo>
                    <a:pt x="1547" y="3748"/>
                  </a:lnTo>
                  <a:cubicBezTo>
                    <a:pt x="1296" y="3534"/>
                    <a:pt x="1281" y="3151"/>
                    <a:pt x="1514" y="2918"/>
                  </a:cubicBezTo>
                  <a:cubicBezTo>
                    <a:pt x="1626" y="2806"/>
                    <a:pt x="1771" y="2750"/>
                    <a:pt x="1916" y="2750"/>
                  </a:cubicBezTo>
                  <a:cubicBezTo>
                    <a:pt x="2074" y="2750"/>
                    <a:pt x="2232" y="2817"/>
                    <a:pt x="2344" y="2948"/>
                  </a:cubicBezTo>
                  <a:lnTo>
                    <a:pt x="3784" y="4388"/>
                  </a:lnTo>
                  <a:cubicBezTo>
                    <a:pt x="3793" y="4401"/>
                    <a:pt x="3805" y="4410"/>
                    <a:pt x="3817" y="4419"/>
                  </a:cubicBezTo>
                  <a:cubicBezTo>
                    <a:pt x="3817" y="4422"/>
                    <a:pt x="3820" y="4422"/>
                    <a:pt x="3823" y="4425"/>
                  </a:cubicBezTo>
                  <a:cubicBezTo>
                    <a:pt x="3934" y="4535"/>
                    <a:pt x="4078" y="4590"/>
                    <a:pt x="4222" y="4590"/>
                  </a:cubicBezTo>
                  <a:cubicBezTo>
                    <a:pt x="4367" y="4590"/>
                    <a:pt x="4512" y="4535"/>
                    <a:pt x="4624" y="4425"/>
                  </a:cubicBezTo>
                  <a:lnTo>
                    <a:pt x="7749" y="1300"/>
                  </a:lnTo>
                  <a:cubicBezTo>
                    <a:pt x="7859" y="1189"/>
                    <a:pt x="8004" y="1134"/>
                    <a:pt x="8149" y="1134"/>
                  </a:cubicBezTo>
                  <a:close/>
                  <a:moveTo>
                    <a:pt x="8146" y="1"/>
                  </a:moveTo>
                  <a:cubicBezTo>
                    <a:pt x="7712" y="1"/>
                    <a:pt x="7279" y="166"/>
                    <a:pt x="6949" y="496"/>
                  </a:cubicBezTo>
                  <a:lnTo>
                    <a:pt x="6946" y="496"/>
                  </a:lnTo>
                  <a:lnTo>
                    <a:pt x="4219" y="3223"/>
                  </a:lnTo>
                  <a:lnTo>
                    <a:pt x="3144" y="2148"/>
                  </a:lnTo>
                  <a:cubicBezTo>
                    <a:pt x="2808" y="1779"/>
                    <a:pt x="2348" y="1594"/>
                    <a:pt x="1887" y="1594"/>
                  </a:cubicBezTo>
                  <a:cubicBezTo>
                    <a:pt x="1453" y="1594"/>
                    <a:pt x="1019" y="1758"/>
                    <a:pt x="686" y="2091"/>
                  </a:cubicBezTo>
                  <a:cubicBezTo>
                    <a:pt x="1" y="2776"/>
                    <a:pt x="28" y="3896"/>
                    <a:pt x="747" y="4549"/>
                  </a:cubicBezTo>
                  <a:lnTo>
                    <a:pt x="3029" y="6819"/>
                  </a:lnTo>
                  <a:cubicBezTo>
                    <a:pt x="3344" y="7131"/>
                    <a:pt x="3768" y="7308"/>
                    <a:pt x="4214" y="7308"/>
                  </a:cubicBezTo>
                  <a:cubicBezTo>
                    <a:pt x="4218" y="7308"/>
                    <a:pt x="4221" y="7308"/>
                    <a:pt x="4225" y="7308"/>
                  </a:cubicBezTo>
                  <a:cubicBezTo>
                    <a:pt x="4678" y="7308"/>
                    <a:pt x="5116" y="7127"/>
                    <a:pt x="5439" y="6807"/>
                  </a:cubicBezTo>
                  <a:lnTo>
                    <a:pt x="9349" y="2900"/>
                  </a:lnTo>
                  <a:cubicBezTo>
                    <a:pt x="10013" y="2236"/>
                    <a:pt x="10013" y="1161"/>
                    <a:pt x="9349" y="499"/>
                  </a:cubicBezTo>
                  <a:cubicBezTo>
                    <a:pt x="9017" y="167"/>
                    <a:pt x="8581" y="1"/>
                    <a:pt x="8146" y="1"/>
                  </a:cubicBezTo>
                  <a:close/>
                </a:path>
              </a:pathLst>
            </a:custGeom>
            <a:solidFill>
              <a:srgbClr val="38761D"/>
            </a:solidFill>
            <a:ln>
              <a:noFill/>
            </a:ln>
          </p:spPr>
          <p:txBody>
            <a:bodyPr spcFirstLastPara="1" wrap="square" lIns="303875" tIns="303875" rIns="303875" bIns="303875" anchor="ctr" anchorCtr="0">
              <a:noAutofit/>
            </a:bodyPr>
            <a:lstStyle/>
            <a:p>
              <a:pPr marL="0" marR="0" lvl="0" indent="0" algn="l" rtl="0">
                <a:lnSpc>
                  <a:spcPct val="100000"/>
                </a:lnSpc>
                <a:spcBef>
                  <a:spcPts val="0"/>
                </a:spcBef>
                <a:spcAft>
                  <a:spcPts val="0"/>
                </a:spcAft>
                <a:buClr>
                  <a:srgbClr val="000000"/>
                </a:buClr>
                <a:buSzPts val="4653"/>
                <a:buFont typeface="Arial"/>
                <a:buNone/>
              </a:pPr>
              <a:endParaRPr sz="4653" b="0" i="0" u="none" strike="noStrike" cap="none">
                <a:solidFill>
                  <a:srgbClr val="435D74"/>
                </a:solidFill>
                <a:latin typeface="Arial"/>
                <a:ea typeface="Arial"/>
                <a:cs typeface="Arial"/>
                <a:sym typeface="Arial"/>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g3a9ec488fd2_0_157"/>
          <p:cNvSpPr txBox="1"/>
          <p:nvPr/>
        </p:nvSpPr>
        <p:spPr>
          <a:xfrm>
            <a:off x="0" y="1432655"/>
            <a:ext cx="12192000" cy="646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3600">
                <a:solidFill>
                  <a:srgbClr val="3F3F3F"/>
                </a:solidFill>
                <a:latin typeface="Poppins"/>
                <a:ea typeface="Poppins"/>
                <a:cs typeface="Poppins"/>
                <a:sym typeface="Poppins"/>
              </a:rPr>
              <a:t>Tareas no completadas</a:t>
            </a:r>
            <a:endParaRPr>
              <a:solidFill>
                <a:srgbClr val="3F3F3F"/>
              </a:solidFill>
              <a:latin typeface="Poppins"/>
              <a:ea typeface="Poppins"/>
              <a:cs typeface="Poppins"/>
              <a:sym typeface="Poppins"/>
            </a:endParaRPr>
          </a:p>
        </p:txBody>
      </p:sp>
      <p:sp>
        <p:nvSpPr>
          <p:cNvPr id="261" name="Google Shape;261;g3a9ec488fd2_0_157"/>
          <p:cNvSpPr txBox="1"/>
          <p:nvPr/>
        </p:nvSpPr>
        <p:spPr>
          <a:xfrm>
            <a:off x="2491950" y="2274925"/>
            <a:ext cx="7208100" cy="1108200"/>
          </a:xfrm>
          <a:prstGeom prst="rect">
            <a:avLst/>
          </a:prstGeom>
          <a:noFill/>
          <a:ln>
            <a:noFill/>
          </a:ln>
        </p:spPr>
        <p:txBody>
          <a:bodyPr spcFirstLastPara="1" wrap="square" lIns="91425" tIns="91425" rIns="91425" bIns="91425" anchor="t" anchorCtr="0">
            <a:spAutoFit/>
          </a:bodyPr>
          <a:lstStyle/>
          <a:p>
            <a:pPr marL="457200" marR="0" lvl="0" indent="-355600" algn="l" rtl="0">
              <a:lnSpc>
                <a:spcPct val="200000"/>
              </a:lnSpc>
              <a:spcBef>
                <a:spcPts val="1200"/>
              </a:spcBef>
              <a:spcAft>
                <a:spcPts val="0"/>
              </a:spcAft>
              <a:buClr>
                <a:srgbClr val="000000"/>
              </a:buClr>
              <a:buSzPts val="2000"/>
              <a:buFont typeface="Barlow"/>
              <a:buChar char="●"/>
            </a:pPr>
            <a:r>
              <a:rPr lang="es-MX" sz="2000" b="1">
                <a:latin typeface="Barlow"/>
                <a:ea typeface="Barlow"/>
                <a:cs typeface="Barlow"/>
                <a:sym typeface="Barlow"/>
              </a:rPr>
              <a:t>Dashboard con métricas</a:t>
            </a:r>
            <a:endParaRPr sz="2000" b="1" i="0" u="none" strike="noStrike" cap="none">
              <a:solidFill>
                <a:srgbClr val="000000"/>
              </a:solidFill>
              <a:latin typeface="Barlow"/>
              <a:ea typeface="Barlow"/>
              <a:cs typeface="Barlow"/>
              <a:sym typeface="Barlow"/>
            </a:endParaRPr>
          </a:p>
          <a:p>
            <a:pPr marL="457200" marR="0" lvl="0" indent="-355600" algn="l" rtl="0">
              <a:lnSpc>
                <a:spcPct val="200000"/>
              </a:lnSpc>
              <a:spcBef>
                <a:spcPts val="0"/>
              </a:spcBef>
              <a:spcAft>
                <a:spcPts val="0"/>
              </a:spcAft>
              <a:buClr>
                <a:srgbClr val="000000"/>
              </a:buClr>
              <a:buSzPts val="2000"/>
              <a:buFont typeface="Barlow"/>
              <a:buChar char="●"/>
            </a:pPr>
            <a:r>
              <a:rPr lang="es-MX" sz="2000" b="1">
                <a:latin typeface="Barlow"/>
                <a:ea typeface="Barlow"/>
                <a:cs typeface="Barlow"/>
                <a:sym typeface="Barlow"/>
              </a:rPr>
              <a:t>Módulo de emisión de reportes en BackOffice</a:t>
            </a:r>
            <a:endParaRPr sz="2000" b="1" i="0" u="none" strike="noStrike" cap="none">
              <a:solidFill>
                <a:srgbClr val="000000"/>
              </a:solidFill>
              <a:latin typeface="Barlow"/>
              <a:ea typeface="Barlow"/>
              <a:cs typeface="Barlow"/>
              <a:sym typeface="Barlow"/>
            </a:endParaRPr>
          </a:p>
        </p:txBody>
      </p:sp>
      <p:grpSp>
        <p:nvGrpSpPr>
          <p:cNvPr id="262" name="Google Shape;262;g3a9ec488fd2_0_157"/>
          <p:cNvGrpSpPr/>
          <p:nvPr/>
        </p:nvGrpSpPr>
        <p:grpSpPr>
          <a:xfrm>
            <a:off x="1174556" y="2274919"/>
            <a:ext cx="1168003" cy="1168196"/>
            <a:chOff x="2081650" y="4993750"/>
            <a:chExt cx="483125" cy="483125"/>
          </a:xfrm>
        </p:grpSpPr>
        <p:sp>
          <p:nvSpPr>
            <p:cNvPr id="263" name="Google Shape;263;g3a9ec488fd2_0_157"/>
            <p:cNvSpPr/>
            <p:nvPr/>
          </p:nvSpPr>
          <p:spPr>
            <a:xfrm>
              <a:off x="2081650" y="4993750"/>
              <a:ext cx="483125" cy="483125"/>
            </a:xfrm>
            <a:custGeom>
              <a:avLst/>
              <a:gdLst/>
              <a:ahLst/>
              <a:cxnLst/>
              <a:rect l="l" t="t" r="r" b="b"/>
              <a:pathLst>
                <a:path w="19325" h="19325" extrusionOk="0">
                  <a:moveTo>
                    <a:pt x="9663" y="1133"/>
                  </a:moveTo>
                  <a:cubicBezTo>
                    <a:pt x="11824" y="1133"/>
                    <a:pt x="13983" y="1975"/>
                    <a:pt x="15668" y="3657"/>
                  </a:cubicBezTo>
                  <a:cubicBezTo>
                    <a:pt x="19035" y="7027"/>
                    <a:pt x="19035" y="12302"/>
                    <a:pt x="15668" y="15668"/>
                  </a:cubicBezTo>
                  <a:cubicBezTo>
                    <a:pt x="13983" y="17350"/>
                    <a:pt x="11824" y="18193"/>
                    <a:pt x="9663" y="18193"/>
                  </a:cubicBezTo>
                  <a:cubicBezTo>
                    <a:pt x="7501" y="18193"/>
                    <a:pt x="5342" y="17350"/>
                    <a:pt x="3657" y="15668"/>
                  </a:cubicBezTo>
                  <a:cubicBezTo>
                    <a:pt x="290" y="12302"/>
                    <a:pt x="290" y="7024"/>
                    <a:pt x="3657" y="3657"/>
                  </a:cubicBezTo>
                  <a:cubicBezTo>
                    <a:pt x="5342" y="1975"/>
                    <a:pt x="7501" y="1133"/>
                    <a:pt x="9663" y="1133"/>
                  </a:cubicBezTo>
                  <a:close/>
                  <a:moveTo>
                    <a:pt x="9663" y="1"/>
                  </a:moveTo>
                  <a:cubicBezTo>
                    <a:pt x="7117" y="1"/>
                    <a:pt x="4699" y="1015"/>
                    <a:pt x="2857" y="2857"/>
                  </a:cubicBezTo>
                  <a:cubicBezTo>
                    <a:pt x="1015" y="4699"/>
                    <a:pt x="0" y="7117"/>
                    <a:pt x="0" y="9663"/>
                  </a:cubicBezTo>
                  <a:cubicBezTo>
                    <a:pt x="0" y="12208"/>
                    <a:pt x="1015" y="14627"/>
                    <a:pt x="2857" y="16469"/>
                  </a:cubicBezTo>
                  <a:cubicBezTo>
                    <a:pt x="4699" y="18310"/>
                    <a:pt x="7117" y="19325"/>
                    <a:pt x="9663" y="19325"/>
                  </a:cubicBezTo>
                  <a:cubicBezTo>
                    <a:pt x="12208" y="19325"/>
                    <a:pt x="14626" y="18310"/>
                    <a:pt x="16468" y="16469"/>
                  </a:cubicBezTo>
                  <a:cubicBezTo>
                    <a:pt x="18310" y="14627"/>
                    <a:pt x="19325" y="12208"/>
                    <a:pt x="19325" y="9663"/>
                  </a:cubicBezTo>
                  <a:cubicBezTo>
                    <a:pt x="19325" y="7117"/>
                    <a:pt x="18310" y="4699"/>
                    <a:pt x="16468" y="2857"/>
                  </a:cubicBezTo>
                  <a:cubicBezTo>
                    <a:pt x="14626" y="1015"/>
                    <a:pt x="12208" y="1"/>
                    <a:pt x="9663" y="1"/>
                  </a:cubicBezTo>
                  <a:close/>
                </a:path>
              </a:pathLst>
            </a:custGeom>
            <a:solidFill>
              <a:srgbClr val="38761D"/>
            </a:solidFill>
            <a:ln>
              <a:noFill/>
            </a:ln>
          </p:spPr>
          <p:txBody>
            <a:bodyPr spcFirstLastPara="1" wrap="square" lIns="346450" tIns="346450" rIns="346450" bIns="346450" anchor="ctr" anchorCtr="0">
              <a:noAutofit/>
            </a:bodyPr>
            <a:lstStyle/>
            <a:p>
              <a:pPr marL="0" marR="0" lvl="0" indent="0" algn="l" rtl="0">
                <a:lnSpc>
                  <a:spcPct val="100000"/>
                </a:lnSpc>
                <a:spcBef>
                  <a:spcPts val="0"/>
                </a:spcBef>
                <a:spcAft>
                  <a:spcPts val="0"/>
                </a:spcAft>
                <a:buClr>
                  <a:srgbClr val="000000"/>
                </a:buClr>
                <a:buSzPts val="5305"/>
                <a:buFont typeface="Arial"/>
                <a:buNone/>
              </a:pPr>
              <a:endParaRPr sz="5305" b="0" i="0" u="none" strike="noStrike" cap="none">
                <a:solidFill>
                  <a:srgbClr val="435D74"/>
                </a:solidFill>
                <a:latin typeface="Arial"/>
                <a:ea typeface="Arial"/>
                <a:cs typeface="Arial"/>
                <a:sym typeface="Arial"/>
              </a:endParaRPr>
            </a:p>
          </p:txBody>
        </p:sp>
        <p:sp>
          <p:nvSpPr>
            <p:cNvPr id="264" name="Google Shape;264;g3a9ec488fd2_0_157"/>
            <p:cNvSpPr/>
            <p:nvPr/>
          </p:nvSpPr>
          <p:spPr>
            <a:xfrm>
              <a:off x="2209375" y="5125625"/>
              <a:ext cx="227600" cy="219350"/>
            </a:xfrm>
            <a:custGeom>
              <a:avLst/>
              <a:gdLst/>
              <a:ahLst/>
              <a:cxnLst/>
              <a:rect l="l" t="t" r="r" b="b"/>
              <a:pathLst>
                <a:path w="9104" h="8774" extrusionOk="0">
                  <a:moveTo>
                    <a:pt x="7232" y="1143"/>
                  </a:moveTo>
                  <a:cubicBezTo>
                    <a:pt x="7377" y="1143"/>
                    <a:pt x="7522" y="1198"/>
                    <a:pt x="7633" y="1308"/>
                  </a:cubicBezTo>
                  <a:cubicBezTo>
                    <a:pt x="7851" y="1528"/>
                    <a:pt x="7854" y="1882"/>
                    <a:pt x="7639" y="2102"/>
                  </a:cubicBezTo>
                  <a:lnTo>
                    <a:pt x="5755" y="3986"/>
                  </a:lnTo>
                  <a:cubicBezTo>
                    <a:pt x="5532" y="4210"/>
                    <a:pt x="5532" y="4566"/>
                    <a:pt x="5755" y="4789"/>
                  </a:cubicBezTo>
                  <a:lnTo>
                    <a:pt x="7639" y="6673"/>
                  </a:lnTo>
                  <a:cubicBezTo>
                    <a:pt x="7854" y="6894"/>
                    <a:pt x="7851" y="7247"/>
                    <a:pt x="7633" y="7468"/>
                  </a:cubicBezTo>
                  <a:cubicBezTo>
                    <a:pt x="7522" y="7577"/>
                    <a:pt x="7377" y="7633"/>
                    <a:pt x="7232" y="7633"/>
                  </a:cubicBezTo>
                  <a:cubicBezTo>
                    <a:pt x="7090" y="7633"/>
                    <a:pt x="6948" y="7580"/>
                    <a:pt x="6839" y="7474"/>
                  </a:cubicBezTo>
                  <a:lnTo>
                    <a:pt x="6830" y="7468"/>
                  </a:lnTo>
                  <a:lnTo>
                    <a:pt x="4946" y="5650"/>
                  </a:lnTo>
                  <a:cubicBezTo>
                    <a:pt x="4836" y="5544"/>
                    <a:pt x="4695" y="5491"/>
                    <a:pt x="4554" y="5491"/>
                  </a:cubicBezTo>
                  <a:cubicBezTo>
                    <a:pt x="4412" y="5491"/>
                    <a:pt x="4271" y="5544"/>
                    <a:pt x="4161" y="5650"/>
                  </a:cubicBezTo>
                  <a:lnTo>
                    <a:pt x="2277" y="7468"/>
                  </a:lnTo>
                  <a:lnTo>
                    <a:pt x="2268" y="7474"/>
                  </a:lnTo>
                  <a:cubicBezTo>
                    <a:pt x="2159" y="7580"/>
                    <a:pt x="2017" y="7633"/>
                    <a:pt x="1875" y="7633"/>
                  </a:cubicBezTo>
                  <a:cubicBezTo>
                    <a:pt x="1730" y="7633"/>
                    <a:pt x="1585" y="7577"/>
                    <a:pt x="1474" y="7468"/>
                  </a:cubicBezTo>
                  <a:cubicBezTo>
                    <a:pt x="1256" y="7247"/>
                    <a:pt x="1253" y="6894"/>
                    <a:pt x="1468" y="6673"/>
                  </a:cubicBezTo>
                  <a:lnTo>
                    <a:pt x="3352" y="4789"/>
                  </a:lnTo>
                  <a:cubicBezTo>
                    <a:pt x="3575" y="4566"/>
                    <a:pt x="3575" y="4210"/>
                    <a:pt x="3352" y="3986"/>
                  </a:cubicBezTo>
                  <a:lnTo>
                    <a:pt x="1468" y="2102"/>
                  </a:lnTo>
                  <a:cubicBezTo>
                    <a:pt x="1253" y="1882"/>
                    <a:pt x="1256" y="1528"/>
                    <a:pt x="1474" y="1308"/>
                  </a:cubicBezTo>
                  <a:cubicBezTo>
                    <a:pt x="1585" y="1198"/>
                    <a:pt x="1730" y="1143"/>
                    <a:pt x="1875" y="1143"/>
                  </a:cubicBezTo>
                  <a:cubicBezTo>
                    <a:pt x="2017" y="1143"/>
                    <a:pt x="2159" y="1196"/>
                    <a:pt x="2268" y="1302"/>
                  </a:cubicBezTo>
                  <a:lnTo>
                    <a:pt x="2277" y="1308"/>
                  </a:lnTo>
                  <a:lnTo>
                    <a:pt x="4161" y="3126"/>
                  </a:lnTo>
                  <a:cubicBezTo>
                    <a:pt x="4271" y="3231"/>
                    <a:pt x="4412" y="3284"/>
                    <a:pt x="4554" y="3284"/>
                  </a:cubicBezTo>
                  <a:cubicBezTo>
                    <a:pt x="4695" y="3284"/>
                    <a:pt x="4836" y="3231"/>
                    <a:pt x="4946" y="3126"/>
                  </a:cubicBezTo>
                  <a:lnTo>
                    <a:pt x="6830" y="1308"/>
                  </a:lnTo>
                  <a:lnTo>
                    <a:pt x="6839" y="1302"/>
                  </a:lnTo>
                  <a:cubicBezTo>
                    <a:pt x="6948" y="1196"/>
                    <a:pt x="7090" y="1143"/>
                    <a:pt x="7232" y="1143"/>
                  </a:cubicBezTo>
                  <a:close/>
                  <a:moveTo>
                    <a:pt x="1865" y="0"/>
                  </a:moveTo>
                  <a:cubicBezTo>
                    <a:pt x="1430" y="0"/>
                    <a:pt x="995" y="166"/>
                    <a:pt x="664" y="499"/>
                  </a:cubicBezTo>
                  <a:cubicBezTo>
                    <a:pt x="0" y="1163"/>
                    <a:pt x="3" y="2241"/>
                    <a:pt x="667" y="2902"/>
                  </a:cubicBezTo>
                  <a:lnTo>
                    <a:pt x="2153" y="4388"/>
                  </a:lnTo>
                  <a:lnTo>
                    <a:pt x="667" y="5873"/>
                  </a:lnTo>
                  <a:cubicBezTo>
                    <a:pt x="0" y="6535"/>
                    <a:pt x="0" y="7610"/>
                    <a:pt x="661" y="8274"/>
                  </a:cubicBezTo>
                  <a:cubicBezTo>
                    <a:pt x="995" y="8607"/>
                    <a:pt x="1431" y="8774"/>
                    <a:pt x="1868" y="8774"/>
                  </a:cubicBezTo>
                  <a:cubicBezTo>
                    <a:pt x="2301" y="8774"/>
                    <a:pt x="2734" y="8609"/>
                    <a:pt x="3065" y="8280"/>
                  </a:cubicBezTo>
                  <a:lnTo>
                    <a:pt x="4554" y="6846"/>
                  </a:lnTo>
                  <a:lnTo>
                    <a:pt x="6042" y="8280"/>
                  </a:lnTo>
                  <a:cubicBezTo>
                    <a:pt x="6373" y="8609"/>
                    <a:pt x="6806" y="8774"/>
                    <a:pt x="7239" y="8774"/>
                  </a:cubicBezTo>
                  <a:cubicBezTo>
                    <a:pt x="7675" y="8774"/>
                    <a:pt x="8111" y="8607"/>
                    <a:pt x="8443" y="8274"/>
                  </a:cubicBezTo>
                  <a:cubicBezTo>
                    <a:pt x="9104" y="7610"/>
                    <a:pt x="9104" y="6535"/>
                    <a:pt x="8440" y="5873"/>
                  </a:cubicBezTo>
                  <a:lnTo>
                    <a:pt x="6957" y="4388"/>
                  </a:lnTo>
                  <a:lnTo>
                    <a:pt x="8440" y="2902"/>
                  </a:lnTo>
                  <a:cubicBezTo>
                    <a:pt x="8760" y="2585"/>
                    <a:pt x="8938" y="2153"/>
                    <a:pt x="8938" y="1703"/>
                  </a:cubicBezTo>
                  <a:cubicBezTo>
                    <a:pt x="8938" y="1018"/>
                    <a:pt x="8524" y="399"/>
                    <a:pt x="7893" y="133"/>
                  </a:cubicBezTo>
                  <a:cubicBezTo>
                    <a:pt x="7682" y="46"/>
                    <a:pt x="7460" y="3"/>
                    <a:pt x="7239" y="3"/>
                  </a:cubicBezTo>
                  <a:cubicBezTo>
                    <a:pt x="6799" y="3"/>
                    <a:pt x="6366" y="174"/>
                    <a:pt x="6042" y="496"/>
                  </a:cubicBezTo>
                  <a:lnTo>
                    <a:pt x="4554" y="1930"/>
                  </a:lnTo>
                  <a:lnTo>
                    <a:pt x="3065" y="496"/>
                  </a:lnTo>
                  <a:cubicBezTo>
                    <a:pt x="2733" y="165"/>
                    <a:pt x="2299" y="0"/>
                    <a:pt x="1865" y="0"/>
                  </a:cubicBezTo>
                  <a:close/>
                </a:path>
              </a:pathLst>
            </a:custGeom>
            <a:solidFill>
              <a:srgbClr val="38761D"/>
            </a:solidFill>
            <a:ln>
              <a:noFill/>
            </a:ln>
          </p:spPr>
          <p:txBody>
            <a:bodyPr spcFirstLastPara="1" wrap="square" lIns="346450" tIns="346450" rIns="346450" bIns="346450" anchor="ctr" anchorCtr="0">
              <a:noAutofit/>
            </a:bodyPr>
            <a:lstStyle/>
            <a:p>
              <a:pPr marL="0" marR="0" lvl="0" indent="0" algn="l" rtl="0">
                <a:lnSpc>
                  <a:spcPct val="100000"/>
                </a:lnSpc>
                <a:spcBef>
                  <a:spcPts val="0"/>
                </a:spcBef>
                <a:spcAft>
                  <a:spcPts val="0"/>
                </a:spcAft>
                <a:buClr>
                  <a:srgbClr val="000000"/>
                </a:buClr>
                <a:buSzPts val="5305"/>
                <a:buFont typeface="Arial"/>
                <a:buNone/>
              </a:pPr>
              <a:endParaRPr sz="5305" b="0" i="0" u="none" strike="noStrike" cap="none">
                <a:solidFill>
                  <a:srgbClr val="435D74"/>
                </a:solidFill>
                <a:latin typeface="Arial"/>
                <a:ea typeface="Arial"/>
                <a:cs typeface="Arial"/>
                <a:sym typeface="Arial"/>
              </a:endParaRPr>
            </a:p>
          </p:txBody>
        </p:sp>
      </p:grpSp>
      <p:pic>
        <p:nvPicPr>
          <p:cNvPr id="265" name="Google Shape;265;g3a9ec488fd2_0_157"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266" name="Google Shape;266;g3a9ec488fd2_0_157"/>
          <p:cNvSpPr txBox="1"/>
          <p:nvPr/>
        </p:nvSpPr>
        <p:spPr>
          <a:xfrm>
            <a:off x="136188" y="368928"/>
            <a:ext cx="121920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800">
                <a:solidFill>
                  <a:srgbClr val="757575"/>
                </a:solidFill>
                <a:latin typeface="Trebuchet MS"/>
                <a:ea typeface="Trebuchet MS"/>
                <a:cs typeface="Trebuchet MS"/>
                <a:sym typeface="Trebuchet MS"/>
              </a:rPr>
              <a:t>PROYECTO “CLEAN ORDER”</a:t>
            </a:r>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pic>
        <p:nvPicPr>
          <p:cNvPr id="271" name="Google Shape;271;p7"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272" name="Google Shape;272;p7"/>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800">
                <a:solidFill>
                  <a:srgbClr val="757575"/>
                </a:solidFill>
                <a:latin typeface="Trebuchet MS"/>
                <a:ea typeface="Trebuchet MS"/>
                <a:cs typeface="Trebuchet MS"/>
                <a:sym typeface="Trebuchet MS"/>
              </a:rPr>
              <a:t>PROYECTO “CLEAN ORDER”</a:t>
            </a:r>
            <a:endParaRPr/>
          </a:p>
        </p:txBody>
      </p:sp>
      <p:sp>
        <p:nvSpPr>
          <p:cNvPr id="273" name="Google Shape;273;p7"/>
          <p:cNvSpPr txBox="1"/>
          <p:nvPr/>
        </p:nvSpPr>
        <p:spPr>
          <a:xfrm>
            <a:off x="0" y="1432655"/>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3600">
                <a:solidFill>
                  <a:schemeClr val="dk1"/>
                </a:solidFill>
                <a:latin typeface="Trebuchet MS"/>
                <a:ea typeface="Trebuchet MS"/>
                <a:cs typeface="Trebuchet MS"/>
                <a:sym typeface="Trebuchet MS"/>
              </a:rPr>
              <a:t>Avance por sprints</a:t>
            </a:r>
            <a:endParaRPr sz="1800">
              <a:solidFill>
                <a:schemeClr val="dk1"/>
              </a:solidFill>
              <a:latin typeface="Trebuchet MS"/>
              <a:ea typeface="Trebuchet MS"/>
              <a:cs typeface="Trebuchet MS"/>
              <a:sym typeface="Trebuchet MS"/>
            </a:endParaRPr>
          </a:p>
        </p:txBody>
      </p:sp>
      <p:cxnSp>
        <p:nvCxnSpPr>
          <p:cNvPr id="274" name="Google Shape;274;p7"/>
          <p:cNvCxnSpPr/>
          <p:nvPr/>
        </p:nvCxnSpPr>
        <p:spPr>
          <a:xfrm>
            <a:off x="0" y="758027"/>
            <a:ext cx="4085617" cy="0"/>
          </a:xfrm>
          <a:prstGeom prst="straightConnector1">
            <a:avLst/>
          </a:prstGeom>
          <a:noFill/>
          <a:ln w="15875" cap="flat" cmpd="sng">
            <a:solidFill>
              <a:srgbClr val="FAFDF1"/>
            </a:solidFill>
            <a:prstDash val="solid"/>
            <a:round/>
            <a:headEnd type="none" w="sm" len="sm"/>
            <a:tailEnd type="none" w="sm" len="sm"/>
          </a:ln>
        </p:spPr>
      </p:cxnSp>
      <p:pic>
        <p:nvPicPr>
          <p:cNvPr id="275" name="Google Shape;275;p7"/>
          <p:cNvPicPr preferRelativeResize="0"/>
          <p:nvPr/>
        </p:nvPicPr>
        <p:blipFill rotWithShape="1">
          <a:blip r:embed="rId4">
            <a:alphaModFix/>
          </a:blip>
          <a:srcRect/>
          <a:stretch/>
        </p:blipFill>
        <p:spPr>
          <a:xfrm>
            <a:off x="1230185" y="3429000"/>
            <a:ext cx="8839201" cy="552450"/>
          </a:xfrm>
          <a:prstGeom prst="rect">
            <a:avLst/>
          </a:prstGeom>
          <a:noFill/>
          <a:ln>
            <a:noFill/>
          </a:ln>
        </p:spPr>
      </p:pic>
      <p:sp>
        <p:nvSpPr>
          <p:cNvPr id="276" name="Google Shape;276;p7"/>
          <p:cNvSpPr txBox="1"/>
          <p:nvPr/>
        </p:nvSpPr>
        <p:spPr>
          <a:xfrm>
            <a:off x="1306488" y="3087750"/>
            <a:ext cx="9414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MX" sz="1800" b="1" i="0" u="none" strike="noStrike" cap="none">
                <a:solidFill>
                  <a:srgbClr val="000000"/>
                </a:solidFill>
                <a:latin typeface="Calibri"/>
                <a:ea typeface="Calibri"/>
                <a:cs typeface="Calibri"/>
                <a:sym typeface="Calibri"/>
              </a:rPr>
              <a:t>Sprint 1</a:t>
            </a:r>
            <a:endParaRPr sz="1800" b="1" i="0" u="none" strike="noStrike" cap="none">
              <a:solidFill>
                <a:srgbClr val="000000"/>
              </a:solidFill>
              <a:latin typeface="Calibri"/>
              <a:ea typeface="Calibri"/>
              <a:cs typeface="Calibri"/>
              <a:sym typeface="Calibri"/>
            </a:endParaRPr>
          </a:p>
        </p:txBody>
      </p:sp>
      <p:sp>
        <p:nvSpPr>
          <p:cNvPr id="277" name="Google Shape;277;p7"/>
          <p:cNvSpPr txBox="1"/>
          <p:nvPr/>
        </p:nvSpPr>
        <p:spPr>
          <a:xfrm>
            <a:off x="3130988" y="3906900"/>
            <a:ext cx="9414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MX" sz="1800" b="1" i="0" u="none" strike="noStrike" cap="none">
                <a:solidFill>
                  <a:srgbClr val="000000"/>
                </a:solidFill>
                <a:latin typeface="Calibri"/>
                <a:ea typeface="Calibri"/>
                <a:cs typeface="Calibri"/>
                <a:sym typeface="Calibri"/>
              </a:rPr>
              <a:t>Sprint 2</a:t>
            </a:r>
            <a:endParaRPr sz="1800" b="1" i="0" u="none" strike="noStrike" cap="none">
              <a:solidFill>
                <a:srgbClr val="000000"/>
              </a:solidFill>
              <a:latin typeface="Calibri"/>
              <a:ea typeface="Calibri"/>
              <a:cs typeface="Calibri"/>
              <a:sym typeface="Calibri"/>
            </a:endParaRPr>
          </a:p>
        </p:txBody>
      </p:sp>
      <p:sp>
        <p:nvSpPr>
          <p:cNvPr id="278" name="Google Shape;278;p7"/>
          <p:cNvSpPr txBox="1"/>
          <p:nvPr/>
        </p:nvSpPr>
        <p:spPr>
          <a:xfrm>
            <a:off x="5029388" y="3087750"/>
            <a:ext cx="9414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MX" sz="1800" b="1" i="0" u="none" strike="noStrike" cap="none">
                <a:solidFill>
                  <a:srgbClr val="000000"/>
                </a:solidFill>
                <a:latin typeface="Calibri"/>
                <a:ea typeface="Calibri"/>
                <a:cs typeface="Calibri"/>
                <a:sym typeface="Calibri"/>
              </a:rPr>
              <a:t>Sprint 3</a:t>
            </a:r>
            <a:endParaRPr sz="1800" b="1" i="0" u="none" strike="noStrike" cap="none">
              <a:solidFill>
                <a:srgbClr val="000000"/>
              </a:solidFill>
              <a:latin typeface="Calibri"/>
              <a:ea typeface="Calibri"/>
              <a:cs typeface="Calibri"/>
              <a:sym typeface="Calibri"/>
            </a:endParaRPr>
          </a:p>
        </p:txBody>
      </p:sp>
      <p:sp>
        <p:nvSpPr>
          <p:cNvPr id="279" name="Google Shape;279;p7"/>
          <p:cNvSpPr txBox="1"/>
          <p:nvPr/>
        </p:nvSpPr>
        <p:spPr>
          <a:xfrm>
            <a:off x="6877213" y="3906900"/>
            <a:ext cx="9414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MX" sz="1800" b="1" i="0" u="none" strike="noStrike" cap="none">
                <a:solidFill>
                  <a:srgbClr val="000000"/>
                </a:solidFill>
                <a:latin typeface="Calibri"/>
                <a:ea typeface="Calibri"/>
                <a:cs typeface="Calibri"/>
                <a:sym typeface="Calibri"/>
              </a:rPr>
              <a:t>Sprint 4</a:t>
            </a:r>
            <a:endParaRPr sz="1800" b="1" i="0" u="none" strike="noStrike" cap="none">
              <a:solidFill>
                <a:srgbClr val="000000"/>
              </a:solidFill>
              <a:latin typeface="Calibri"/>
              <a:ea typeface="Calibri"/>
              <a:cs typeface="Calibri"/>
              <a:sym typeface="Calibri"/>
            </a:endParaRPr>
          </a:p>
        </p:txBody>
      </p:sp>
      <p:sp>
        <p:nvSpPr>
          <p:cNvPr id="280" name="Google Shape;280;p7"/>
          <p:cNvSpPr txBox="1"/>
          <p:nvPr/>
        </p:nvSpPr>
        <p:spPr>
          <a:xfrm>
            <a:off x="8654163" y="3087750"/>
            <a:ext cx="9414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MX" sz="1800" b="1" i="0" u="none" strike="noStrike" cap="none">
                <a:solidFill>
                  <a:srgbClr val="000000"/>
                </a:solidFill>
                <a:latin typeface="Calibri"/>
                <a:ea typeface="Calibri"/>
                <a:cs typeface="Calibri"/>
                <a:sym typeface="Calibri"/>
              </a:rPr>
              <a:t>Sprint 5</a:t>
            </a:r>
            <a:endParaRPr sz="1800" b="1" i="0" u="none" strike="noStrike" cap="none">
              <a:solidFill>
                <a:srgbClr val="000000"/>
              </a:solidFill>
              <a:latin typeface="Calibri"/>
              <a:ea typeface="Calibri"/>
              <a:cs typeface="Calibri"/>
              <a:sym typeface="Calibri"/>
            </a:endParaRPr>
          </a:p>
        </p:txBody>
      </p:sp>
      <p:sp>
        <p:nvSpPr>
          <p:cNvPr id="281" name="Google Shape;281;p7"/>
          <p:cNvSpPr txBox="1"/>
          <p:nvPr/>
        </p:nvSpPr>
        <p:spPr>
          <a:xfrm>
            <a:off x="1055749" y="3916025"/>
            <a:ext cx="1383300" cy="1019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s-MX" sz="1200" b="0" i="0" u="none" strike="noStrike" cap="none">
                <a:solidFill>
                  <a:srgbClr val="202331"/>
                </a:solidFill>
                <a:latin typeface="Calibri"/>
                <a:ea typeface="Calibri"/>
                <a:cs typeface="Calibri"/>
                <a:sym typeface="Calibri"/>
              </a:rPr>
              <a:t>Product visión</a:t>
            </a:r>
            <a:endParaRPr sz="1200" b="0" i="0" u="none" strike="noStrike" cap="none">
              <a:solidFill>
                <a:srgbClr val="20233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200"/>
              <a:buFont typeface="Arial"/>
              <a:buNone/>
            </a:pPr>
            <a:r>
              <a:rPr lang="es-MX" sz="1200" b="0" i="0" u="none" strike="noStrike" cap="none">
                <a:solidFill>
                  <a:srgbClr val="202331"/>
                </a:solidFill>
                <a:latin typeface="Calibri"/>
                <a:ea typeface="Calibri"/>
                <a:cs typeface="Calibri"/>
                <a:sym typeface="Calibri"/>
              </a:rPr>
              <a:t>Modelo relacional </a:t>
            </a:r>
            <a:endParaRPr sz="1200" b="0" i="0" u="none" strike="noStrike" cap="none">
              <a:solidFill>
                <a:srgbClr val="20233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200"/>
              <a:buFont typeface="Arial"/>
              <a:buNone/>
            </a:pPr>
            <a:r>
              <a:rPr lang="es-MX" sz="1200" b="0" i="0" u="none" strike="noStrike" cap="none">
                <a:solidFill>
                  <a:srgbClr val="202331"/>
                </a:solidFill>
                <a:latin typeface="Calibri"/>
                <a:ea typeface="Calibri"/>
                <a:cs typeface="Calibri"/>
                <a:sym typeface="Calibri"/>
              </a:rPr>
              <a:t>base de datos </a:t>
            </a:r>
            <a:endParaRPr sz="1200" b="0" i="0" u="none" strike="noStrike" cap="none">
              <a:solidFill>
                <a:srgbClr val="20233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200"/>
              <a:buFont typeface="Arial"/>
              <a:buNone/>
            </a:pPr>
            <a:r>
              <a:rPr lang="es-MX" sz="1200" b="0" i="0" u="none" strike="noStrike" cap="none">
                <a:solidFill>
                  <a:srgbClr val="202331"/>
                </a:solidFill>
                <a:latin typeface="Calibri"/>
                <a:ea typeface="Calibri"/>
                <a:cs typeface="Calibri"/>
                <a:sym typeface="Calibri"/>
              </a:rPr>
              <a:t>Login de usuario</a:t>
            </a:r>
            <a:endParaRPr sz="1200" b="0" i="0" u="none" strike="noStrike" cap="none">
              <a:solidFill>
                <a:srgbClr val="20233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r>
              <a:rPr lang="es-MX" sz="1200" b="0" i="0" u="none" strike="noStrike" cap="none">
                <a:solidFill>
                  <a:srgbClr val="202331"/>
                </a:solidFill>
                <a:latin typeface="Calibri"/>
                <a:ea typeface="Calibri"/>
                <a:cs typeface="Calibri"/>
                <a:sym typeface="Calibri"/>
              </a:rPr>
              <a:t>Gestión de roles </a:t>
            </a:r>
            <a:endParaRPr sz="1200" b="0" i="0" u="none" strike="noStrike" cap="none">
              <a:solidFill>
                <a:srgbClr val="202331"/>
              </a:solidFill>
              <a:latin typeface="Calibri"/>
              <a:ea typeface="Calibri"/>
              <a:cs typeface="Calibri"/>
              <a:sym typeface="Calibri"/>
            </a:endParaRPr>
          </a:p>
        </p:txBody>
      </p:sp>
      <p:sp>
        <p:nvSpPr>
          <p:cNvPr id="282" name="Google Shape;282;p7"/>
          <p:cNvSpPr txBox="1"/>
          <p:nvPr/>
        </p:nvSpPr>
        <p:spPr>
          <a:xfrm>
            <a:off x="2803132" y="2578064"/>
            <a:ext cx="1632000" cy="1075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200"/>
              <a:buFont typeface="Arial"/>
              <a:buNone/>
            </a:pPr>
            <a:r>
              <a:rPr lang="es-MX" sz="1200">
                <a:solidFill>
                  <a:srgbClr val="202331"/>
                </a:solidFill>
                <a:latin typeface="Calibri"/>
                <a:ea typeface="Calibri"/>
                <a:cs typeface="Calibri"/>
                <a:sym typeface="Calibri"/>
              </a:rPr>
              <a:t>Gestión de usuarios</a:t>
            </a:r>
            <a:endParaRPr sz="1200">
              <a:solidFill>
                <a:srgbClr val="202331"/>
              </a:solidFill>
              <a:latin typeface="Calibri"/>
              <a:ea typeface="Calibri"/>
              <a:cs typeface="Calibri"/>
              <a:sym typeface="Calibri"/>
            </a:endParaRPr>
          </a:p>
          <a:p>
            <a:pPr marL="0" lvl="0" indent="0" algn="ctr" rtl="0">
              <a:spcBef>
                <a:spcPts val="0"/>
              </a:spcBef>
              <a:spcAft>
                <a:spcPts val="0"/>
              </a:spcAft>
              <a:buClr>
                <a:schemeClr val="dk1"/>
              </a:buClr>
              <a:buSzPts val="1200"/>
              <a:buFont typeface="Arial"/>
              <a:buNone/>
            </a:pPr>
            <a:r>
              <a:rPr lang="es-MX" sz="1200">
                <a:solidFill>
                  <a:srgbClr val="202331"/>
                </a:solidFill>
                <a:latin typeface="Calibri"/>
                <a:ea typeface="Calibri"/>
                <a:cs typeface="Calibri"/>
                <a:sym typeface="Calibri"/>
              </a:rPr>
              <a:t>Gestión de empleados </a:t>
            </a:r>
            <a:endParaRPr sz="1200">
              <a:solidFill>
                <a:srgbClr val="202331"/>
              </a:solidFill>
              <a:latin typeface="Calibri"/>
              <a:ea typeface="Calibri"/>
              <a:cs typeface="Calibri"/>
              <a:sym typeface="Calibri"/>
            </a:endParaRPr>
          </a:p>
          <a:p>
            <a:pPr marL="0" lvl="0" indent="0" algn="ctr" rtl="0">
              <a:spcBef>
                <a:spcPts val="0"/>
              </a:spcBef>
              <a:spcAft>
                <a:spcPts val="0"/>
              </a:spcAft>
              <a:buClr>
                <a:schemeClr val="dk1"/>
              </a:buClr>
              <a:buSzPts val="1200"/>
              <a:buFont typeface="Arial"/>
              <a:buNone/>
            </a:pPr>
            <a:r>
              <a:rPr lang="es-MX" sz="1200">
                <a:solidFill>
                  <a:srgbClr val="202331"/>
                </a:solidFill>
                <a:latin typeface="Calibri"/>
                <a:ea typeface="Calibri"/>
                <a:cs typeface="Calibri"/>
                <a:sym typeface="Calibri"/>
              </a:rPr>
              <a:t>Módulo de clientes</a:t>
            </a:r>
            <a:endParaRPr sz="1200">
              <a:solidFill>
                <a:srgbClr val="20233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200"/>
              <a:buFont typeface="Arial"/>
              <a:buNone/>
            </a:pPr>
            <a:endParaRPr sz="1200">
              <a:solidFill>
                <a:srgbClr val="202331"/>
              </a:solidFill>
              <a:latin typeface="Calibri"/>
              <a:ea typeface="Calibri"/>
              <a:cs typeface="Calibri"/>
              <a:sym typeface="Calibri"/>
            </a:endParaRPr>
          </a:p>
        </p:txBody>
      </p:sp>
      <p:sp>
        <p:nvSpPr>
          <p:cNvPr id="283" name="Google Shape;283;p7"/>
          <p:cNvSpPr txBox="1"/>
          <p:nvPr/>
        </p:nvSpPr>
        <p:spPr>
          <a:xfrm>
            <a:off x="3803525" y="4063061"/>
            <a:ext cx="3261300" cy="1075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200"/>
              <a:buFont typeface="Arial"/>
              <a:buNone/>
            </a:pPr>
            <a:r>
              <a:rPr lang="es-MX" sz="1200">
                <a:solidFill>
                  <a:srgbClr val="202331"/>
                </a:solidFill>
                <a:latin typeface="Calibri"/>
                <a:ea typeface="Calibri"/>
                <a:cs typeface="Calibri"/>
                <a:sym typeface="Calibri"/>
              </a:rPr>
              <a:t>Gestión de carga</a:t>
            </a:r>
            <a:endParaRPr sz="1200">
              <a:solidFill>
                <a:srgbClr val="202331"/>
              </a:solidFill>
              <a:latin typeface="Calibri"/>
              <a:ea typeface="Calibri"/>
              <a:cs typeface="Calibri"/>
              <a:sym typeface="Calibri"/>
            </a:endParaRPr>
          </a:p>
          <a:p>
            <a:pPr marL="0" lvl="0" indent="0" algn="ctr" rtl="0">
              <a:spcBef>
                <a:spcPts val="0"/>
              </a:spcBef>
              <a:spcAft>
                <a:spcPts val="0"/>
              </a:spcAft>
              <a:buClr>
                <a:schemeClr val="dk1"/>
              </a:buClr>
              <a:buSzPts val="1200"/>
              <a:buFont typeface="Arial"/>
              <a:buNone/>
            </a:pPr>
            <a:r>
              <a:rPr lang="es-MX" sz="1200">
                <a:solidFill>
                  <a:srgbClr val="202331"/>
                </a:solidFill>
                <a:latin typeface="Calibri"/>
                <a:ea typeface="Calibri"/>
                <a:cs typeface="Calibri"/>
                <a:sym typeface="Calibri"/>
              </a:rPr>
              <a:t>Órdenes (crear + asignar)</a:t>
            </a:r>
            <a:endParaRPr sz="1200">
              <a:solidFill>
                <a:srgbClr val="202331"/>
              </a:solidFill>
              <a:latin typeface="Calibri"/>
              <a:ea typeface="Calibri"/>
              <a:cs typeface="Calibri"/>
              <a:sym typeface="Calibri"/>
            </a:endParaRPr>
          </a:p>
          <a:p>
            <a:pPr marL="0" lvl="0" indent="0" algn="ctr" rtl="0">
              <a:spcBef>
                <a:spcPts val="0"/>
              </a:spcBef>
              <a:spcAft>
                <a:spcPts val="0"/>
              </a:spcAft>
              <a:buClr>
                <a:schemeClr val="dk1"/>
              </a:buClr>
              <a:buSzPts val="1200"/>
              <a:buFont typeface="Arial"/>
              <a:buNone/>
            </a:pPr>
            <a:r>
              <a:rPr lang="es-MX" sz="1200">
                <a:solidFill>
                  <a:srgbClr val="202331"/>
                </a:solidFill>
                <a:latin typeface="Calibri"/>
                <a:ea typeface="Calibri"/>
                <a:cs typeface="Calibri"/>
                <a:sym typeface="Calibri"/>
              </a:rPr>
              <a:t>Módulo de Vehículos</a:t>
            </a:r>
            <a:endParaRPr sz="1200">
              <a:solidFill>
                <a:srgbClr val="202331"/>
              </a:solidFill>
              <a:latin typeface="Calibri"/>
              <a:ea typeface="Calibri"/>
              <a:cs typeface="Calibri"/>
              <a:sym typeface="Calibri"/>
            </a:endParaRPr>
          </a:p>
          <a:p>
            <a:pPr marL="0" lvl="0" indent="0" algn="ctr" rtl="0">
              <a:spcBef>
                <a:spcPts val="0"/>
              </a:spcBef>
              <a:spcAft>
                <a:spcPts val="0"/>
              </a:spcAft>
              <a:buClr>
                <a:schemeClr val="dk1"/>
              </a:buClr>
              <a:buSzPts val="1200"/>
              <a:buFont typeface="Arial"/>
              <a:buNone/>
            </a:pPr>
            <a:endParaRPr sz="1200">
              <a:solidFill>
                <a:srgbClr val="20233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200"/>
              <a:buFont typeface="Arial"/>
              <a:buNone/>
            </a:pPr>
            <a:endParaRPr sz="1200">
              <a:solidFill>
                <a:srgbClr val="202331"/>
              </a:solidFill>
              <a:latin typeface="Calibri"/>
              <a:ea typeface="Calibri"/>
              <a:cs typeface="Calibri"/>
              <a:sym typeface="Calibri"/>
            </a:endParaRPr>
          </a:p>
        </p:txBody>
      </p:sp>
      <p:sp>
        <p:nvSpPr>
          <p:cNvPr id="284" name="Google Shape;284;p7"/>
          <p:cNvSpPr txBox="1"/>
          <p:nvPr/>
        </p:nvSpPr>
        <p:spPr>
          <a:xfrm>
            <a:off x="5945727" y="2424350"/>
            <a:ext cx="2667000" cy="79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200"/>
              <a:buFont typeface="Arial"/>
              <a:buNone/>
            </a:pPr>
            <a:r>
              <a:rPr lang="es-MX" sz="1200">
                <a:solidFill>
                  <a:srgbClr val="202331"/>
                </a:solidFill>
                <a:latin typeface="Calibri"/>
                <a:ea typeface="Calibri"/>
                <a:cs typeface="Calibri"/>
                <a:sym typeface="Calibri"/>
              </a:rPr>
              <a:t>Inicio sesión empleados App Móvil</a:t>
            </a:r>
            <a:endParaRPr sz="1200">
              <a:solidFill>
                <a:srgbClr val="202331"/>
              </a:solidFill>
              <a:latin typeface="Calibri"/>
              <a:ea typeface="Calibri"/>
              <a:cs typeface="Calibri"/>
              <a:sym typeface="Calibri"/>
            </a:endParaRPr>
          </a:p>
          <a:p>
            <a:pPr marL="0" lvl="0" indent="0" algn="ctr" rtl="0">
              <a:spcBef>
                <a:spcPts val="0"/>
              </a:spcBef>
              <a:spcAft>
                <a:spcPts val="0"/>
              </a:spcAft>
              <a:buClr>
                <a:schemeClr val="dk1"/>
              </a:buClr>
              <a:buSzPts val="1200"/>
              <a:buFont typeface="Arial"/>
              <a:buNone/>
            </a:pPr>
            <a:r>
              <a:rPr lang="es-MX" sz="1200">
                <a:solidFill>
                  <a:srgbClr val="202331"/>
                </a:solidFill>
                <a:latin typeface="Calibri"/>
                <a:ea typeface="Calibri"/>
                <a:cs typeface="Calibri"/>
                <a:sym typeface="Calibri"/>
              </a:rPr>
              <a:t>Cierre de sesión App Móvil</a:t>
            </a:r>
            <a:endParaRPr sz="1200">
              <a:solidFill>
                <a:srgbClr val="202331"/>
              </a:solidFill>
              <a:latin typeface="Calibri"/>
              <a:ea typeface="Calibri"/>
              <a:cs typeface="Calibri"/>
              <a:sym typeface="Calibri"/>
            </a:endParaRPr>
          </a:p>
          <a:p>
            <a:pPr marL="0" lvl="0" indent="0" algn="ctr" rtl="0">
              <a:spcBef>
                <a:spcPts val="0"/>
              </a:spcBef>
              <a:spcAft>
                <a:spcPts val="0"/>
              </a:spcAft>
              <a:buClr>
                <a:schemeClr val="dk1"/>
              </a:buClr>
              <a:buSzPts val="1200"/>
              <a:buFont typeface="Arial"/>
              <a:buNone/>
            </a:pPr>
            <a:r>
              <a:rPr lang="es-MX" sz="1200">
                <a:solidFill>
                  <a:srgbClr val="202331"/>
                </a:solidFill>
                <a:latin typeface="Barlow"/>
                <a:ea typeface="Barlow"/>
                <a:cs typeface="Barlow"/>
                <a:sym typeface="Barlow"/>
              </a:rPr>
              <a:t>Ver órdenes asignadas (Mobile)</a:t>
            </a:r>
            <a:endParaRPr sz="1200">
              <a:solidFill>
                <a:srgbClr val="20233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200"/>
              <a:buFont typeface="Arial"/>
              <a:buNone/>
            </a:pPr>
            <a:endParaRPr sz="1200">
              <a:solidFill>
                <a:srgbClr val="202331"/>
              </a:solidFill>
              <a:latin typeface="Calibri"/>
              <a:ea typeface="Calibri"/>
              <a:cs typeface="Calibri"/>
              <a:sym typeface="Calibri"/>
            </a:endParaRPr>
          </a:p>
        </p:txBody>
      </p:sp>
      <p:sp>
        <p:nvSpPr>
          <p:cNvPr id="285" name="Google Shape;285;p7"/>
          <p:cNvSpPr txBox="1"/>
          <p:nvPr/>
        </p:nvSpPr>
        <p:spPr>
          <a:xfrm>
            <a:off x="7885553" y="3817900"/>
            <a:ext cx="2478600" cy="1330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200"/>
              <a:buFont typeface="Arial"/>
              <a:buNone/>
            </a:pPr>
            <a:endParaRPr sz="1200">
              <a:solidFill>
                <a:srgbClr val="202331"/>
              </a:solidFill>
              <a:latin typeface="Barlow"/>
              <a:ea typeface="Barlow"/>
              <a:cs typeface="Barlow"/>
              <a:sym typeface="Barlow"/>
            </a:endParaRPr>
          </a:p>
          <a:p>
            <a:pPr marL="0" lvl="0" indent="0" algn="ctr" rtl="0">
              <a:spcBef>
                <a:spcPts val="0"/>
              </a:spcBef>
              <a:spcAft>
                <a:spcPts val="0"/>
              </a:spcAft>
              <a:buClr>
                <a:schemeClr val="dk1"/>
              </a:buClr>
              <a:buSzPts val="1200"/>
              <a:buFont typeface="Arial"/>
              <a:buNone/>
            </a:pPr>
            <a:r>
              <a:rPr lang="es-MX" sz="1200">
                <a:solidFill>
                  <a:srgbClr val="202331"/>
                </a:solidFill>
                <a:latin typeface="Barlow"/>
                <a:ea typeface="Barlow"/>
                <a:cs typeface="Barlow"/>
                <a:sym typeface="Barlow"/>
              </a:rPr>
              <a:t>Generar reportes en terreno y completar ordenes</a:t>
            </a:r>
            <a:endParaRPr sz="1200">
              <a:solidFill>
                <a:srgbClr val="202331"/>
              </a:solidFill>
              <a:latin typeface="Barlow"/>
              <a:ea typeface="Barlow"/>
              <a:cs typeface="Barlow"/>
              <a:sym typeface="Barlow"/>
            </a:endParaRPr>
          </a:p>
          <a:p>
            <a:pPr marL="0" lvl="0" indent="0" algn="ctr" rtl="0">
              <a:spcBef>
                <a:spcPts val="0"/>
              </a:spcBef>
              <a:spcAft>
                <a:spcPts val="0"/>
              </a:spcAft>
              <a:buClr>
                <a:schemeClr val="dk1"/>
              </a:buClr>
              <a:buSzPts val="1200"/>
              <a:buFont typeface="Arial"/>
              <a:buNone/>
            </a:pPr>
            <a:r>
              <a:rPr lang="es-MX" sz="1200">
                <a:solidFill>
                  <a:srgbClr val="202331"/>
                </a:solidFill>
                <a:latin typeface="Barlow"/>
                <a:ea typeface="Barlow"/>
                <a:cs typeface="Barlow"/>
                <a:sym typeface="Barlow"/>
              </a:rPr>
              <a:t>Subir fotos como evidencia </a:t>
            </a:r>
            <a:br>
              <a:rPr lang="es-MX" sz="1200">
                <a:solidFill>
                  <a:srgbClr val="202331"/>
                </a:solidFill>
                <a:latin typeface="Barlow"/>
                <a:ea typeface="Barlow"/>
                <a:cs typeface="Barlow"/>
                <a:sym typeface="Barlow"/>
              </a:rPr>
            </a:br>
            <a:r>
              <a:rPr lang="es-MX" sz="1200">
                <a:solidFill>
                  <a:srgbClr val="202331"/>
                </a:solidFill>
                <a:latin typeface="Barlow"/>
                <a:ea typeface="Barlow"/>
                <a:cs typeface="Barlow"/>
                <a:sym typeface="Barlow"/>
              </a:rPr>
              <a:t>Visor de Reportes de Terreno</a:t>
            </a:r>
            <a:endParaRPr sz="1200">
              <a:solidFill>
                <a:srgbClr val="202331"/>
              </a:solidFill>
              <a:latin typeface="Barlow"/>
              <a:ea typeface="Barlow"/>
              <a:cs typeface="Barlow"/>
              <a:sym typeface="Barlow"/>
            </a:endParaRPr>
          </a:p>
          <a:p>
            <a:pPr marL="0" lvl="0" indent="0" algn="l" rtl="0">
              <a:spcBef>
                <a:spcPts val="0"/>
              </a:spcBef>
              <a:spcAft>
                <a:spcPts val="0"/>
              </a:spcAft>
              <a:buClr>
                <a:schemeClr val="dk1"/>
              </a:buClr>
              <a:buSzPts val="1200"/>
              <a:buFont typeface="Arial"/>
              <a:buNone/>
            </a:pPr>
            <a:endParaRPr sz="1200">
              <a:solidFill>
                <a:srgbClr val="202331"/>
              </a:solidFill>
              <a:latin typeface="Barlow"/>
              <a:ea typeface="Barlow"/>
              <a:cs typeface="Barlow"/>
              <a:sym typeface="Barlow"/>
            </a:endParaRPr>
          </a:p>
          <a:p>
            <a:pPr marL="0" lvl="0" indent="0" algn="ctr" rtl="0">
              <a:spcBef>
                <a:spcPts val="0"/>
              </a:spcBef>
              <a:spcAft>
                <a:spcPts val="0"/>
              </a:spcAft>
              <a:buClr>
                <a:schemeClr val="dk1"/>
              </a:buClr>
              <a:buSzPts val="1100"/>
              <a:buFont typeface="Arial"/>
              <a:buNone/>
            </a:pPr>
            <a:endParaRPr sz="1200">
              <a:solidFill>
                <a:srgbClr val="202331"/>
              </a:solidFill>
              <a:latin typeface="Barlow"/>
              <a:ea typeface="Barlow"/>
              <a:cs typeface="Barlow"/>
              <a:sym typeface="Barlow"/>
            </a:endParaRPr>
          </a:p>
          <a:p>
            <a:pPr marL="0" marR="0" lvl="0" indent="0" algn="ctr" rtl="0">
              <a:lnSpc>
                <a:spcPct val="100000"/>
              </a:lnSpc>
              <a:spcBef>
                <a:spcPts val="0"/>
              </a:spcBef>
              <a:spcAft>
                <a:spcPts val="0"/>
              </a:spcAft>
              <a:buClr>
                <a:srgbClr val="000000"/>
              </a:buClr>
              <a:buSzPts val="1100"/>
              <a:buFont typeface="Arial"/>
              <a:buNone/>
            </a:pPr>
            <a:endParaRPr sz="1200">
              <a:solidFill>
                <a:srgbClr val="202331"/>
              </a:solidFill>
              <a:latin typeface="Barlow"/>
              <a:ea typeface="Barlow"/>
              <a:cs typeface="Barlow"/>
              <a:sym typeface="Barlow"/>
            </a:endParaRPr>
          </a:p>
        </p:txBody>
      </p:sp>
      <p:sp>
        <p:nvSpPr>
          <p:cNvPr id="286" name="Google Shape;286;p7"/>
          <p:cNvSpPr txBox="1"/>
          <p:nvPr/>
        </p:nvSpPr>
        <p:spPr>
          <a:xfrm>
            <a:off x="1475288" y="3552484"/>
            <a:ext cx="544200" cy="246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s-MX" sz="1000" b="1" i="0" u="none" strike="noStrike" cap="none">
                <a:solidFill>
                  <a:srgbClr val="FFFFFF"/>
                </a:solidFill>
                <a:latin typeface="Calibri"/>
                <a:ea typeface="Calibri"/>
                <a:cs typeface="Calibri"/>
                <a:sym typeface="Calibri"/>
              </a:rPr>
              <a:t>100 %</a:t>
            </a:r>
            <a:endParaRPr sz="1000" b="0" i="0" u="none" strike="noStrike" cap="none">
              <a:solidFill>
                <a:srgbClr val="000000"/>
              </a:solidFill>
              <a:latin typeface="Calibri"/>
              <a:ea typeface="Calibri"/>
              <a:cs typeface="Calibri"/>
              <a:sym typeface="Calibri"/>
            </a:endParaRPr>
          </a:p>
        </p:txBody>
      </p:sp>
      <p:sp>
        <p:nvSpPr>
          <p:cNvPr id="287" name="Google Shape;287;p7"/>
          <p:cNvSpPr txBox="1"/>
          <p:nvPr/>
        </p:nvSpPr>
        <p:spPr>
          <a:xfrm>
            <a:off x="3325232" y="3565691"/>
            <a:ext cx="544200" cy="246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s-MX" sz="1000" b="1" i="0" u="none" strike="noStrike" cap="none">
                <a:solidFill>
                  <a:srgbClr val="FFFFFF"/>
                </a:solidFill>
                <a:latin typeface="Calibri"/>
                <a:ea typeface="Calibri"/>
                <a:cs typeface="Calibri"/>
                <a:sym typeface="Calibri"/>
              </a:rPr>
              <a:t>100 %</a:t>
            </a:r>
            <a:endParaRPr sz="1000" b="0" i="0" u="none" strike="noStrike" cap="none">
              <a:solidFill>
                <a:srgbClr val="000000"/>
              </a:solidFill>
              <a:latin typeface="Calibri"/>
              <a:ea typeface="Calibri"/>
              <a:cs typeface="Calibri"/>
              <a:sym typeface="Calibri"/>
            </a:endParaRPr>
          </a:p>
        </p:txBody>
      </p:sp>
      <p:sp>
        <p:nvSpPr>
          <p:cNvPr id="288" name="Google Shape;288;p7"/>
          <p:cNvSpPr/>
          <p:nvPr/>
        </p:nvSpPr>
        <p:spPr>
          <a:xfrm>
            <a:off x="5218775" y="3457050"/>
            <a:ext cx="430800" cy="445500"/>
          </a:xfrm>
          <a:prstGeom prst="ellipse">
            <a:avLst/>
          </a:prstGeom>
          <a:solidFill>
            <a:srgbClr val="00B050"/>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FFFFFF"/>
              </a:solidFill>
              <a:latin typeface="Arial"/>
              <a:ea typeface="Arial"/>
              <a:cs typeface="Arial"/>
              <a:sym typeface="Arial"/>
            </a:endParaRPr>
          </a:p>
        </p:txBody>
      </p:sp>
      <p:sp>
        <p:nvSpPr>
          <p:cNvPr id="289" name="Google Shape;289;p7"/>
          <p:cNvSpPr/>
          <p:nvPr/>
        </p:nvSpPr>
        <p:spPr>
          <a:xfrm>
            <a:off x="7063820" y="3464122"/>
            <a:ext cx="430800" cy="445500"/>
          </a:xfrm>
          <a:prstGeom prst="ellipse">
            <a:avLst/>
          </a:prstGeom>
          <a:solidFill>
            <a:srgbClr val="00B050"/>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FFFFFF"/>
              </a:solidFill>
              <a:latin typeface="Arial"/>
              <a:ea typeface="Arial"/>
              <a:cs typeface="Arial"/>
              <a:sym typeface="Arial"/>
            </a:endParaRPr>
          </a:p>
        </p:txBody>
      </p:sp>
      <p:sp>
        <p:nvSpPr>
          <p:cNvPr id="290" name="Google Shape;290;p7"/>
          <p:cNvSpPr/>
          <p:nvPr/>
        </p:nvSpPr>
        <p:spPr>
          <a:xfrm>
            <a:off x="3371682" y="3452803"/>
            <a:ext cx="430800" cy="445500"/>
          </a:xfrm>
          <a:prstGeom prst="ellipse">
            <a:avLst/>
          </a:prstGeom>
          <a:solidFill>
            <a:srgbClr val="00B050"/>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FFFFFF"/>
              </a:solidFill>
              <a:latin typeface="Arial"/>
              <a:ea typeface="Arial"/>
              <a:cs typeface="Arial"/>
              <a:sym typeface="Arial"/>
            </a:endParaRPr>
          </a:p>
        </p:txBody>
      </p:sp>
      <p:sp>
        <p:nvSpPr>
          <p:cNvPr id="291" name="Google Shape;291;p7"/>
          <p:cNvSpPr/>
          <p:nvPr/>
        </p:nvSpPr>
        <p:spPr>
          <a:xfrm>
            <a:off x="1504025" y="3449718"/>
            <a:ext cx="430800" cy="445500"/>
          </a:xfrm>
          <a:prstGeom prst="ellipse">
            <a:avLst/>
          </a:prstGeom>
          <a:solidFill>
            <a:srgbClr val="00B050"/>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FFFFFF"/>
              </a:solidFill>
              <a:latin typeface="Arial"/>
              <a:ea typeface="Arial"/>
              <a:cs typeface="Arial"/>
              <a:sym typeface="Arial"/>
            </a:endParaRPr>
          </a:p>
        </p:txBody>
      </p:sp>
      <p:sp>
        <p:nvSpPr>
          <p:cNvPr id="292" name="Google Shape;292;p7"/>
          <p:cNvSpPr/>
          <p:nvPr/>
        </p:nvSpPr>
        <p:spPr>
          <a:xfrm>
            <a:off x="8909451" y="3449718"/>
            <a:ext cx="430800" cy="445500"/>
          </a:xfrm>
          <a:prstGeom prst="ellipse">
            <a:avLst/>
          </a:prstGeom>
          <a:solidFill>
            <a:srgbClr val="00B050"/>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FFFFFF"/>
              </a:solidFill>
              <a:latin typeface="Arial"/>
              <a:ea typeface="Arial"/>
              <a:cs typeface="Arial"/>
              <a:sym typeface="Arial"/>
            </a:endParaRPr>
          </a:p>
        </p:txBody>
      </p:sp>
      <p:sp>
        <p:nvSpPr>
          <p:cNvPr id="293" name="Google Shape;293;p7"/>
          <p:cNvSpPr txBox="1"/>
          <p:nvPr/>
        </p:nvSpPr>
        <p:spPr>
          <a:xfrm>
            <a:off x="1470267" y="3530153"/>
            <a:ext cx="699000" cy="246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MX" sz="1000" b="0" i="0" u="none" strike="noStrike" cap="none">
                <a:solidFill>
                  <a:srgbClr val="FFFFFF"/>
                </a:solidFill>
                <a:latin typeface="Arial"/>
                <a:ea typeface="Arial"/>
                <a:cs typeface="Arial"/>
                <a:sym typeface="Arial"/>
              </a:rPr>
              <a:t>100%</a:t>
            </a:r>
            <a:endParaRPr/>
          </a:p>
        </p:txBody>
      </p:sp>
      <p:sp>
        <p:nvSpPr>
          <p:cNvPr id="294" name="Google Shape;294;p7"/>
          <p:cNvSpPr txBox="1"/>
          <p:nvPr/>
        </p:nvSpPr>
        <p:spPr>
          <a:xfrm>
            <a:off x="3322079" y="3549401"/>
            <a:ext cx="699000" cy="246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MX" sz="1000" b="0" i="0" u="none" strike="noStrike" cap="none">
                <a:solidFill>
                  <a:srgbClr val="FFFFFF"/>
                </a:solidFill>
                <a:latin typeface="Arial"/>
                <a:ea typeface="Arial"/>
                <a:cs typeface="Arial"/>
                <a:sym typeface="Arial"/>
              </a:rPr>
              <a:t>100%</a:t>
            </a:r>
            <a:endParaRPr/>
          </a:p>
        </p:txBody>
      </p:sp>
      <p:sp>
        <p:nvSpPr>
          <p:cNvPr id="295" name="Google Shape;295;p7"/>
          <p:cNvSpPr txBox="1"/>
          <p:nvPr/>
        </p:nvSpPr>
        <p:spPr>
          <a:xfrm>
            <a:off x="5168937" y="3548351"/>
            <a:ext cx="699000" cy="246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MX" sz="1000" b="0" i="0" u="none" strike="noStrike" cap="none">
                <a:solidFill>
                  <a:srgbClr val="FFFFFF"/>
                </a:solidFill>
                <a:latin typeface="Arial"/>
                <a:ea typeface="Arial"/>
                <a:cs typeface="Arial"/>
                <a:sym typeface="Arial"/>
              </a:rPr>
              <a:t>100%</a:t>
            </a:r>
            <a:endParaRPr/>
          </a:p>
        </p:txBody>
      </p:sp>
      <p:sp>
        <p:nvSpPr>
          <p:cNvPr id="296" name="Google Shape;296;p7"/>
          <p:cNvSpPr txBox="1"/>
          <p:nvPr/>
        </p:nvSpPr>
        <p:spPr>
          <a:xfrm>
            <a:off x="7024265" y="3561433"/>
            <a:ext cx="699000" cy="246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MX" sz="1000" b="0" i="0" u="none" strike="noStrike" cap="none">
                <a:solidFill>
                  <a:srgbClr val="FFFFFF"/>
                </a:solidFill>
                <a:latin typeface="Arial"/>
                <a:ea typeface="Arial"/>
                <a:cs typeface="Arial"/>
                <a:sym typeface="Arial"/>
              </a:rPr>
              <a:t>100%</a:t>
            </a:r>
            <a:endParaRPr/>
          </a:p>
        </p:txBody>
      </p:sp>
      <p:sp>
        <p:nvSpPr>
          <p:cNvPr id="297" name="Google Shape;297;p7"/>
          <p:cNvSpPr txBox="1"/>
          <p:nvPr/>
        </p:nvSpPr>
        <p:spPr>
          <a:xfrm>
            <a:off x="8879618" y="3565701"/>
            <a:ext cx="699000" cy="246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MX" sz="1000">
                <a:solidFill>
                  <a:srgbClr val="FFFFFF"/>
                </a:solidFill>
              </a:rPr>
              <a:t>100</a:t>
            </a:r>
            <a:r>
              <a:rPr lang="es-MX" sz="1000" b="0" i="0" u="none" strike="noStrike" cap="none">
                <a:solidFill>
                  <a:srgbClr val="FFFFFF"/>
                </a:solidFill>
                <a:latin typeface="Arial"/>
                <a:ea typeface="Arial"/>
                <a:cs typeface="Arial"/>
                <a:sym typeface="Arial"/>
              </a:rPr>
              <a:t>%</a:t>
            </a:r>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pic>
        <p:nvPicPr>
          <p:cNvPr id="302" name="Google Shape;302;p10"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303" name="Google Shape;303;p10"/>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800">
                <a:solidFill>
                  <a:srgbClr val="757575"/>
                </a:solidFill>
                <a:latin typeface="Trebuchet MS"/>
                <a:ea typeface="Trebuchet MS"/>
                <a:cs typeface="Trebuchet MS"/>
                <a:sym typeface="Trebuchet MS"/>
              </a:rPr>
              <a:t>PROYECTO “CLEAN ORDER”</a:t>
            </a:r>
            <a:endParaRPr/>
          </a:p>
        </p:txBody>
      </p:sp>
      <p:sp>
        <p:nvSpPr>
          <p:cNvPr id="304" name="Google Shape;304;p10"/>
          <p:cNvSpPr txBox="1"/>
          <p:nvPr/>
        </p:nvSpPr>
        <p:spPr>
          <a:xfrm>
            <a:off x="0" y="1432655"/>
            <a:ext cx="12192000" cy="646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3600">
                <a:solidFill>
                  <a:srgbClr val="3F3F3F"/>
                </a:solidFill>
                <a:latin typeface="Trebuchet MS"/>
                <a:ea typeface="Trebuchet MS"/>
                <a:cs typeface="Trebuchet MS"/>
                <a:sym typeface="Trebuchet MS"/>
              </a:rPr>
              <a:t>Tecnologías utilizadas</a:t>
            </a:r>
            <a:endParaRPr>
              <a:solidFill>
                <a:srgbClr val="3F3F3F"/>
              </a:solidFill>
            </a:endParaRPr>
          </a:p>
        </p:txBody>
      </p:sp>
      <p:cxnSp>
        <p:nvCxnSpPr>
          <p:cNvPr id="305" name="Google Shape;305;p10"/>
          <p:cNvCxnSpPr/>
          <p:nvPr/>
        </p:nvCxnSpPr>
        <p:spPr>
          <a:xfrm>
            <a:off x="0" y="758027"/>
            <a:ext cx="4085617" cy="0"/>
          </a:xfrm>
          <a:prstGeom prst="straightConnector1">
            <a:avLst/>
          </a:prstGeom>
          <a:noFill/>
          <a:ln w="15875" cap="flat" cmpd="sng">
            <a:solidFill>
              <a:srgbClr val="FAFDF1"/>
            </a:solidFill>
            <a:prstDash val="solid"/>
            <a:round/>
            <a:headEnd type="none" w="sm" len="sm"/>
            <a:tailEnd type="none" w="sm" len="sm"/>
          </a:ln>
        </p:spPr>
      </p:cxnSp>
      <p:pic>
        <p:nvPicPr>
          <p:cNvPr id="306" name="Google Shape;306;p10" title="Microsoft_.NET_logo.png"/>
          <p:cNvPicPr preferRelativeResize="0"/>
          <p:nvPr/>
        </p:nvPicPr>
        <p:blipFill>
          <a:blip r:embed="rId4">
            <a:alphaModFix/>
          </a:blip>
          <a:stretch>
            <a:fillRect/>
          </a:stretch>
        </p:blipFill>
        <p:spPr>
          <a:xfrm>
            <a:off x="5188725" y="3624788"/>
            <a:ext cx="1725900" cy="1725900"/>
          </a:xfrm>
          <a:prstGeom prst="rect">
            <a:avLst/>
          </a:prstGeom>
          <a:noFill/>
          <a:ln>
            <a:noFill/>
          </a:ln>
        </p:spPr>
      </p:pic>
      <p:pic>
        <p:nvPicPr>
          <p:cNvPr id="307" name="Google Shape;307;p10" title="C# logo.png"/>
          <p:cNvPicPr preferRelativeResize="0"/>
          <p:nvPr/>
        </p:nvPicPr>
        <p:blipFill>
          <a:blip r:embed="rId5">
            <a:alphaModFix/>
          </a:blip>
          <a:stretch>
            <a:fillRect/>
          </a:stretch>
        </p:blipFill>
        <p:spPr>
          <a:xfrm>
            <a:off x="6365241" y="4810250"/>
            <a:ext cx="638034" cy="718075"/>
          </a:xfrm>
          <a:prstGeom prst="rect">
            <a:avLst/>
          </a:prstGeom>
          <a:noFill/>
          <a:ln>
            <a:noFill/>
          </a:ln>
        </p:spPr>
      </p:pic>
      <p:pic>
        <p:nvPicPr>
          <p:cNvPr id="308" name="Google Shape;308;p10" title="MySQL.png"/>
          <p:cNvPicPr preferRelativeResize="0"/>
          <p:nvPr/>
        </p:nvPicPr>
        <p:blipFill>
          <a:blip r:embed="rId6">
            <a:alphaModFix/>
          </a:blip>
          <a:stretch>
            <a:fillRect/>
          </a:stretch>
        </p:blipFill>
        <p:spPr>
          <a:xfrm>
            <a:off x="1590420" y="3571313"/>
            <a:ext cx="1847655" cy="2081174"/>
          </a:xfrm>
          <a:prstGeom prst="rect">
            <a:avLst/>
          </a:prstGeom>
          <a:noFill/>
          <a:ln>
            <a:noFill/>
          </a:ln>
        </p:spPr>
      </p:pic>
      <p:pic>
        <p:nvPicPr>
          <p:cNvPr id="309" name="Google Shape;309;p10" title="angular logo.png"/>
          <p:cNvPicPr preferRelativeResize="0"/>
          <p:nvPr/>
        </p:nvPicPr>
        <p:blipFill>
          <a:blip r:embed="rId7">
            <a:alphaModFix/>
          </a:blip>
          <a:stretch>
            <a:fillRect/>
          </a:stretch>
        </p:blipFill>
        <p:spPr>
          <a:xfrm>
            <a:off x="8772150" y="3624788"/>
            <a:ext cx="1038200" cy="1110375"/>
          </a:xfrm>
          <a:prstGeom prst="rect">
            <a:avLst/>
          </a:prstGeom>
          <a:noFill/>
          <a:ln>
            <a:noFill/>
          </a:ln>
        </p:spPr>
      </p:pic>
      <p:pic>
        <p:nvPicPr>
          <p:cNvPr id="310" name="Google Shape;310;p10" title="ionic-logo-landscape.png"/>
          <p:cNvPicPr preferRelativeResize="0"/>
          <p:nvPr/>
        </p:nvPicPr>
        <p:blipFill>
          <a:blip r:embed="rId8">
            <a:alphaModFix/>
          </a:blip>
          <a:stretch>
            <a:fillRect/>
          </a:stretch>
        </p:blipFill>
        <p:spPr>
          <a:xfrm>
            <a:off x="8332900" y="4962775"/>
            <a:ext cx="1916690" cy="646200"/>
          </a:xfrm>
          <a:prstGeom prst="rect">
            <a:avLst/>
          </a:prstGeom>
          <a:noFill/>
          <a:ln>
            <a:noFill/>
          </a:ln>
        </p:spPr>
      </p:pic>
      <p:sp>
        <p:nvSpPr>
          <p:cNvPr id="311" name="Google Shape;311;p10"/>
          <p:cNvSpPr/>
          <p:nvPr/>
        </p:nvSpPr>
        <p:spPr>
          <a:xfrm>
            <a:off x="1396450" y="2437625"/>
            <a:ext cx="2235600" cy="774900"/>
          </a:xfrm>
          <a:prstGeom prst="roundRect">
            <a:avLst>
              <a:gd name="adj" fmla="val 16667"/>
            </a:avLst>
          </a:prstGeom>
          <a:solidFill>
            <a:srgbClr val="3F7818"/>
          </a:solidFill>
          <a:ln w="9525" cap="flat" cmpd="sng">
            <a:solidFill>
              <a:srgbClr val="3F781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MX">
                <a:solidFill>
                  <a:schemeClr val="lt1"/>
                </a:solidFill>
                <a:latin typeface="Trebuchet MS"/>
                <a:ea typeface="Trebuchet MS"/>
                <a:cs typeface="Trebuchet MS"/>
                <a:sym typeface="Trebuchet MS"/>
              </a:rPr>
              <a:t>Base de Datos</a:t>
            </a:r>
            <a:endParaRPr>
              <a:solidFill>
                <a:schemeClr val="lt1"/>
              </a:solidFill>
              <a:latin typeface="Trebuchet MS"/>
              <a:ea typeface="Trebuchet MS"/>
              <a:cs typeface="Trebuchet MS"/>
              <a:sym typeface="Trebuchet MS"/>
            </a:endParaRPr>
          </a:p>
        </p:txBody>
      </p:sp>
      <p:sp>
        <p:nvSpPr>
          <p:cNvPr id="312" name="Google Shape;312;p10"/>
          <p:cNvSpPr/>
          <p:nvPr/>
        </p:nvSpPr>
        <p:spPr>
          <a:xfrm>
            <a:off x="8173450" y="2386800"/>
            <a:ext cx="2235600" cy="774900"/>
          </a:xfrm>
          <a:prstGeom prst="roundRect">
            <a:avLst>
              <a:gd name="adj" fmla="val 16667"/>
            </a:avLst>
          </a:prstGeom>
          <a:solidFill>
            <a:srgbClr val="3F7818"/>
          </a:solidFill>
          <a:ln w="9525" cap="flat" cmpd="sng">
            <a:solidFill>
              <a:srgbClr val="3F781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MX">
                <a:solidFill>
                  <a:schemeClr val="lt1"/>
                </a:solidFill>
                <a:latin typeface="Trebuchet MS"/>
                <a:ea typeface="Trebuchet MS"/>
                <a:cs typeface="Trebuchet MS"/>
                <a:sym typeface="Trebuchet MS"/>
              </a:rPr>
              <a:t>Frontend</a:t>
            </a:r>
            <a:endParaRPr>
              <a:solidFill>
                <a:schemeClr val="lt1"/>
              </a:solidFill>
              <a:latin typeface="Trebuchet MS"/>
              <a:ea typeface="Trebuchet MS"/>
              <a:cs typeface="Trebuchet MS"/>
              <a:sym typeface="Trebuchet MS"/>
            </a:endParaRPr>
          </a:p>
        </p:txBody>
      </p:sp>
      <p:sp>
        <p:nvSpPr>
          <p:cNvPr id="313" name="Google Shape;313;p10"/>
          <p:cNvSpPr/>
          <p:nvPr/>
        </p:nvSpPr>
        <p:spPr>
          <a:xfrm>
            <a:off x="4933875" y="2386800"/>
            <a:ext cx="2235600" cy="774900"/>
          </a:xfrm>
          <a:prstGeom prst="roundRect">
            <a:avLst>
              <a:gd name="adj" fmla="val 16667"/>
            </a:avLst>
          </a:prstGeom>
          <a:solidFill>
            <a:srgbClr val="3F7818"/>
          </a:solidFill>
          <a:ln w="9525" cap="flat" cmpd="sng">
            <a:solidFill>
              <a:srgbClr val="3F781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MX">
                <a:solidFill>
                  <a:schemeClr val="lt1"/>
                </a:solidFill>
                <a:latin typeface="Trebuchet MS"/>
                <a:ea typeface="Trebuchet MS"/>
                <a:cs typeface="Trebuchet MS"/>
                <a:sym typeface="Trebuchet MS"/>
              </a:rPr>
              <a:t>Backend</a:t>
            </a:r>
            <a:endParaRPr>
              <a:solidFill>
                <a:schemeClr val="lt1"/>
              </a:solidFill>
              <a:latin typeface="Trebuchet MS"/>
              <a:ea typeface="Trebuchet MS"/>
              <a:cs typeface="Trebuchet MS"/>
              <a:sym typeface="Trebuchet MS"/>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pic>
        <p:nvPicPr>
          <p:cNvPr id="318" name="Google Shape;318;g3aa38edc61d_0_0"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319" name="Google Shape;319;g3aa38edc61d_0_0"/>
          <p:cNvSpPr txBox="1"/>
          <p:nvPr/>
        </p:nvSpPr>
        <p:spPr>
          <a:xfrm>
            <a:off x="136188" y="368928"/>
            <a:ext cx="121920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800">
                <a:solidFill>
                  <a:srgbClr val="757575"/>
                </a:solidFill>
                <a:latin typeface="Trebuchet MS"/>
                <a:ea typeface="Trebuchet MS"/>
                <a:cs typeface="Trebuchet MS"/>
                <a:sym typeface="Trebuchet MS"/>
              </a:rPr>
              <a:t>PROYECTO “CLEAN ORDER”</a:t>
            </a:r>
            <a:endParaRPr/>
          </a:p>
        </p:txBody>
      </p:sp>
      <p:sp>
        <p:nvSpPr>
          <p:cNvPr id="320" name="Google Shape;320;g3aa38edc61d_0_0"/>
          <p:cNvSpPr txBox="1"/>
          <p:nvPr/>
        </p:nvSpPr>
        <p:spPr>
          <a:xfrm>
            <a:off x="0" y="1432655"/>
            <a:ext cx="12192000" cy="646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3600">
                <a:solidFill>
                  <a:srgbClr val="3F3F3F"/>
                </a:solidFill>
                <a:latin typeface="Trebuchet MS"/>
                <a:ea typeface="Trebuchet MS"/>
                <a:cs typeface="Trebuchet MS"/>
                <a:sym typeface="Trebuchet MS"/>
              </a:rPr>
              <a:t>Tecnologías utilizadas</a:t>
            </a:r>
            <a:endParaRPr>
              <a:solidFill>
                <a:srgbClr val="3F3F3F"/>
              </a:solidFill>
            </a:endParaRPr>
          </a:p>
        </p:txBody>
      </p:sp>
      <p:cxnSp>
        <p:nvCxnSpPr>
          <p:cNvPr id="321" name="Google Shape;321;g3aa38edc61d_0_0"/>
          <p:cNvCxnSpPr/>
          <p:nvPr/>
        </p:nvCxnSpPr>
        <p:spPr>
          <a:xfrm>
            <a:off x="0" y="758027"/>
            <a:ext cx="4085700" cy="0"/>
          </a:xfrm>
          <a:prstGeom prst="straightConnector1">
            <a:avLst/>
          </a:prstGeom>
          <a:noFill/>
          <a:ln w="15875" cap="flat" cmpd="sng">
            <a:solidFill>
              <a:srgbClr val="FAFDF1"/>
            </a:solidFill>
            <a:prstDash val="solid"/>
            <a:round/>
            <a:headEnd type="none" w="sm" len="sm"/>
            <a:tailEnd type="none" w="sm" len="sm"/>
          </a:ln>
        </p:spPr>
      </p:cxnSp>
      <p:sp>
        <p:nvSpPr>
          <p:cNvPr id="322" name="Google Shape;322;g3aa38edc61d_0_0"/>
          <p:cNvSpPr/>
          <p:nvPr/>
        </p:nvSpPr>
        <p:spPr>
          <a:xfrm>
            <a:off x="8143775" y="2437625"/>
            <a:ext cx="2235600" cy="774900"/>
          </a:xfrm>
          <a:prstGeom prst="roundRect">
            <a:avLst>
              <a:gd name="adj" fmla="val 16667"/>
            </a:avLst>
          </a:prstGeom>
          <a:solidFill>
            <a:srgbClr val="3F7818"/>
          </a:solidFill>
          <a:ln w="9525" cap="flat" cmpd="sng">
            <a:solidFill>
              <a:srgbClr val="3F781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MX">
                <a:solidFill>
                  <a:schemeClr val="lt1"/>
                </a:solidFill>
                <a:latin typeface="Trebuchet MS"/>
                <a:ea typeface="Trebuchet MS"/>
                <a:cs typeface="Trebuchet MS"/>
                <a:sym typeface="Trebuchet MS"/>
              </a:rPr>
              <a:t>Control de versiones</a:t>
            </a:r>
            <a:endParaRPr>
              <a:solidFill>
                <a:schemeClr val="lt1"/>
              </a:solidFill>
              <a:latin typeface="Trebuchet MS"/>
              <a:ea typeface="Trebuchet MS"/>
              <a:cs typeface="Trebuchet MS"/>
              <a:sym typeface="Trebuchet MS"/>
            </a:endParaRPr>
          </a:p>
        </p:txBody>
      </p:sp>
      <p:sp>
        <p:nvSpPr>
          <p:cNvPr id="323" name="Google Shape;323;g3aa38edc61d_0_0"/>
          <p:cNvSpPr/>
          <p:nvPr/>
        </p:nvSpPr>
        <p:spPr>
          <a:xfrm>
            <a:off x="4892300" y="2437625"/>
            <a:ext cx="2235600" cy="774900"/>
          </a:xfrm>
          <a:prstGeom prst="roundRect">
            <a:avLst>
              <a:gd name="adj" fmla="val 16667"/>
            </a:avLst>
          </a:prstGeom>
          <a:solidFill>
            <a:srgbClr val="3F7818"/>
          </a:solidFill>
          <a:ln w="9525" cap="flat" cmpd="sng">
            <a:solidFill>
              <a:srgbClr val="3F781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MX">
                <a:solidFill>
                  <a:schemeClr val="lt1"/>
                </a:solidFill>
                <a:latin typeface="Trebuchet MS"/>
                <a:ea typeface="Trebuchet MS"/>
                <a:cs typeface="Trebuchet MS"/>
                <a:sym typeface="Trebuchet MS"/>
              </a:rPr>
              <a:t>Automatización</a:t>
            </a:r>
            <a:endParaRPr>
              <a:solidFill>
                <a:schemeClr val="lt1"/>
              </a:solidFill>
              <a:latin typeface="Trebuchet MS"/>
              <a:ea typeface="Trebuchet MS"/>
              <a:cs typeface="Trebuchet MS"/>
              <a:sym typeface="Trebuchet MS"/>
            </a:endParaRPr>
          </a:p>
        </p:txBody>
      </p:sp>
      <p:pic>
        <p:nvPicPr>
          <p:cNvPr id="324" name="Google Shape;324;g3aa38edc61d_0_0"/>
          <p:cNvPicPr preferRelativeResize="0"/>
          <p:nvPr/>
        </p:nvPicPr>
        <p:blipFill>
          <a:blip r:embed="rId4">
            <a:alphaModFix/>
          </a:blip>
          <a:stretch>
            <a:fillRect/>
          </a:stretch>
        </p:blipFill>
        <p:spPr>
          <a:xfrm>
            <a:off x="4898249" y="3561100"/>
            <a:ext cx="2323625" cy="476500"/>
          </a:xfrm>
          <a:prstGeom prst="rect">
            <a:avLst/>
          </a:prstGeom>
          <a:noFill/>
          <a:ln>
            <a:noFill/>
          </a:ln>
        </p:spPr>
      </p:pic>
      <p:pic>
        <p:nvPicPr>
          <p:cNvPr id="325" name="Google Shape;325;g3aa38edc61d_0_0"/>
          <p:cNvPicPr preferRelativeResize="0"/>
          <p:nvPr/>
        </p:nvPicPr>
        <p:blipFill>
          <a:blip r:embed="rId5">
            <a:alphaModFix/>
          </a:blip>
          <a:stretch>
            <a:fillRect/>
          </a:stretch>
        </p:blipFill>
        <p:spPr>
          <a:xfrm>
            <a:off x="8173450" y="3394600"/>
            <a:ext cx="2235600" cy="562949"/>
          </a:xfrm>
          <a:prstGeom prst="rect">
            <a:avLst/>
          </a:prstGeom>
          <a:noFill/>
          <a:ln>
            <a:noFill/>
          </a:ln>
        </p:spPr>
      </p:pic>
      <p:pic>
        <p:nvPicPr>
          <p:cNvPr id="326" name="Google Shape;326;g3aa38edc61d_0_0"/>
          <p:cNvPicPr preferRelativeResize="0"/>
          <p:nvPr/>
        </p:nvPicPr>
        <p:blipFill rotWithShape="1">
          <a:blip r:embed="rId6">
            <a:alphaModFix/>
          </a:blip>
          <a:srcRect/>
          <a:stretch/>
        </p:blipFill>
        <p:spPr>
          <a:xfrm>
            <a:off x="1512216" y="2872087"/>
            <a:ext cx="2004060" cy="2004060"/>
          </a:xfrm>
          <a:prstGeom prst="rect">
            <a:avLst/>
          </a:prstGeom>
          <a:noFill/>
          <a:ln>
            <a:noFill/>
          </a:ln>
        </p:spPr>
      </p:pic>
      <p:sp>
        <p:nvSpPr>
          <p:cNvPr id="327" name="Google Shape;327;g3aa38edc61d_0_0"/>
          <p:cNvSpPr/>
          <p:nvPr/>
        </p:nvSpPr>
        <p:spPr>
          <a:xfrm>
            <a:off x="1396450" y="2437625"/>
            <a:ext cx="2235600" cy="774900"/>
          </a:xfrm>
          <a:prstGeom prst="roundRect">
            <a:avLst>
              <a:gd name="adj" fmla="val 16667"/>
            </a:avLst>
          </a:prstGeom>
          <a:solidFill>
            <a:srgbClr val="3F7818"/>
          </a:solidFill>
          <a:ln w="9525" cap="flat" cmpd="sng">
            <a:solidFill>
              <a:srgbClr val="3F7818"/>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s-MX">
                <a:solidFill>
                  <a:schemeClr val="lt1"/>
                </a:solidFill>
                <a:latin typeface="Trebuchet MS"/>
                <a:ea typeface="Trebuchet MS"/>
                <a:cs typeface="Trebuchet MS"/>
                <a:sym typeface="Trebuchet MS"/>
              </a:rPr>
              <a:t>Gestión de proyecto</a:t>
            </a:r>
            <a:endParaRPr>
              <a:solidFill>
                <a:schemeClr val="lt1"/>
              </a:solidFill>
              <a:latin typeface="Trebuchet MS"/>
              <a:ea typeface="Trebuchet MS"/>
              <a:cs typeface="Trebuchet MS"/>
              <a:sym typeface="Trebuchet MS"/>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pic>
        <p:nvPicPr>
          <p:cNvPr id="332" name="Google Shape;332;p9"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333" name="Google Shape;333;p9"/>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800">
                <a:solidFill>
                  <a:srgbClr val="757575"/>
                </a:solidFill>
                <a:latin typeface="Trebuchet MS"/>
                <a:ea typeface="Trebuchet MS"/>
                <a:cs typeface="Trebuchet MS"/>
                <a:sym typeface="Trebuchet MS"/>
              </a:rPr>
              <a:t>PROYECTO “CLEAN ORDER”</a:t>
            </a:r>
            <a:endParaRPr/>
          </a:p>
        </p:txBody>
      </p:sp>
      <p:sp>
        <p:nvSpPr>
          <p:cNvPr id="334" name="Google Shape;334;p9"/>
          <p:cNvSpPr txBox="1"/>
          <p:nvPr/>
        </p:nvSpPr>
        <p:spPr>
          <a:xfrm>
            <a:off x="1" y="1154280"/>
            <a:ext cx="12192000" cy="646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3600">
                <a:solidFill>
                  <a:schemeClr val="dk1"/>
                </a:solidFill>
                <a:latin typeface="Trebuchet MS"/>
                <a:ea typeface="Trebuchet MS"/>
                <a:cs typeface="Trebuchet MS"/>
                <a:sym typeface="Trebuchet MS"/>
              </a:rPr>
              <a:t>Arquitectura del software</a:t>
            </a:r>
            <a:endParaRPr/>
          </a:p>
        </p:txBody>
      </p:sp>
      <p:cxnSp>
        <p:nvCxnSpPr>
          <p:cNvPr id="335" name="Google Shape;335;p9"/>
          <p:cNvCxnSpPr/>
          <p:nvPr/>
        </p:nvCxnSpPr>
        <p:spPr>
          <a:xfrm>
            <a:off x="0" y="758027"/>
            <a:ext cx="4085617" cy="0"/>
          </a:xfrm>
          <a:prstGeom prst="straightConnector1">
            <a:avLst/>
          </a:prstGeom>
          <a:noFill/>
          <a:ln w="15875" cap="flat" cmpd="sng">
            <a:solidFill>
              <a:srgbClr val="FAFDF1"/>
            </a:solidFill>
            <a:prstDash val="solid"/>
            <a:round/>
            <a:headEnd type="none" w="sm" len="sm"/>
            <a:tailEnd type="none" w="sm" len="sm"/>
          </a:ln>
        </p:spPr>
      </p:cxnSp>
      <p:pic>
        <p:nvPicPr>
          <p:cNvPr id="336" name="Google Shape;336;p9"/>
          <p:cNvPicPr preferRelativeResize="0"/>
          <p:nvPr/>
        </p:nvPicPr>
        <p:blipFill rotWithShape="1">
          <a:blip r:embed="rId4">
            <a:alphaModFix/>
          </a:blip>
          <a:srcRect/>
          <a:stretch/>
        </p:blipFill>
        <p:spPr>
          <a:xfrm>
            <a:off x="1912620" y="2331321"/>
            <a:ext cx="8366760" cy="4319129"/>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pic>
        <p:nvPicPr>
          <p:cNvPr id="341" name="Google Shape;341;p8"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342" name="Google Shape;342;p8"/>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800">
                <a:solidFill>
                  <a:srgbClr val="757575"/>
                </a:solidFill>
                <a:latin typeface="Trebuchet MS"/>
                <a:ea typeface="Trebuchet MS"/>
                <a:cs typeface="Trebuchet MS"/>
                <a:sym typeface="Trebuchet MS"/>
              </a:rPr>
              <a:t>PROYECTO “CLEAN ORDER”</a:t>
            </a:r>
            <a:endParaRPr/>
          </a:p>
        </p:txBody>
      </p:sp>
      <p:sp>
        <p:nvSpPr>
          <p:cNvPr id="343" name="Google Shape;343;p8"/>
          <p:cNvSpPr txBox="1"/>
          <p:nvPr/>
        </p:nvSpPr>
        <p:spPr>
          <a:xfrm>
            <a:off x="0" y="1212778"/>
            <a:ext cx="12192000" cy="646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3600">
                <a:solidFill>
                  <a:srgbClr val="3F3F3F"/>
                </a:solidFill>
                <a:latin typeface="Trebuchet MS"/>
                <a:ea typeface="Trebuchet MS"/>
                <a:cs typeface="Trebuchet MS"/>
                <a:sym typeface="Trebuchet MS"/>
              </a:rPr>
              <a:t>Arquitectura del software</a:t>
            </a:r>
            <a:endParaRPr>
              <a:solidFill>
                <a:srgbClr val="3F3F3F"/>
              </a:solidFill>
            </a:endParaRPr>
          </a:p>
        </p:txBody>
      </p:sp>
      <p:cxnSp>
        <p:nvCxnSpPr>
          <p:cNvPr id="344" name="Google Shape;344;p8"/>
          <p:cNvCxnSpPr/>
          <p:nvPr/>
        </p:nvCxnSpPr>
        <p:spPr>
          <a:xfrm>
            <a:off x="0" y="758027"/>
            <a:ext cx="4085617" cy="0"/>
          </a:xfrm>
          <a:prstGeom prst="straightConnector1">
            <a:avLst/>
          </a:prstGeom>
          <a:noFill/>
          <a:ln w="15875" cap="flat" cmpd="sng">
            <a:solidFill>
              <a:srgbClr val="FAFDF1"/>
            </a:solidFill>
            <a:prstDash val="solid"/>
            <a:round/>
            <a:headEnd type="none" w="sm" len="sm"/>
            <a:tailEnd type="none" w="sm" len="sm"/>
          </a:ln>
        </p:spPr>
      </p:cxnSp>
      <p:pic>
        <p:nvPicPr>
          <p:cNvPr id="345" name="Google Shape;345;p8"/>
          <p:cNvPicPr preferRelativeResize="0"/>
          <p:nvPr/>
        </p:nvPicPr>
        <p:blipFill rotWithShape="1">
          <a:blip r:embed="rId4">
            <a:alphaModFix/>
          </a:blip>
          <a:srcRect/>
          <a:stretch/>
        </p:blipFill>
        <p:spPr>
          <a:xfrm>
            <a:off x="2492387" y="2228441"/>
            <a:ext cx="7207224" cy="4422009"/>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pic>
        <p:nvPicPr>
          <p:cNvPr id="350" name="Google Shape;350;p11"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351" name="Google Shape;351;p11"/>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800">
                <a:solidFill>
                  <a:srgbClr val="757575"/>
                </a:solidFill>
                <a:latin typeface="Trebuchet MS"/>
                <a:ea typeface="Trebuchet MS"/>
                <a:cs typeface="Trebuchet MS"/>
                <a:sym typeface="Trebuchet MS"/>
              </a:rPr>
              <a:t>PROYECTO “CLEAN ORDER”</a:t>
            </a:r>
            <a:endParaRPr/>
          </a:p>
        </p:txBody>
      </p:sp>
      <p:sp>
        <p:nvSpPr>
          <p:cNvPr id="352" name="Google Shape;352;p11"/>
          <p:cNvSpPr txBox="1"/>
          <p:nvPr/>
        </p:nvSpPr>
        <p:spPr>
          <a:xfrm>
            <a:off x="0" y="1105355"/>
            <a:ext cx="12192000" cy="646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3600">
                <a:solidFill>
                  <a:srgbClr val="3F3F3F"/>
                </a:solidFill>
                <a:latin typeface="Trebuchet MS"/>
                <a:ea typeface="Trebuchet MS"/>
                <a:cs typeface="Trebuchet MS"/>
                <a:sym typeface="Trebuchet MS"/>
              </a:rPr>
              <a:t>Plan de pruebas</a:t>
            </a:r>
            <a:endParaRPr>
              <a:solidFill>
                <a:srgbClr val="3F3F3F"/>
              </a:solidFill>
            </a:endParaRPr>
          </a:p>
        </p:txBody>
      </p:sp>
      <p:cxnSp>
        <p:nvCxnSpPr>
          <p:cNvPr id="353" name="Google Shape;353;p11"/>
          <p:cNvCxnSpPr/>
          <p:nvPr/>
        </p:nvCxnSpPr>
        <p:spPr>
          <a:xfrm>
            <a:off x="0" y="758027"/>
            <a:ext cx="4085617" cy="0"/>
          </a:xfrm>
          <a:prstGeom prst="straightConnector1">
            <a:avLst/>
          </a:prstGeom>
          <a:noFill/>
          <a:ln w="15875" cap="flat" cmpd="sng">
            <a:solidFill>
              <a:srgbClr val="FAFDF1"/>
            </a:solidFill>
            <a:prstDash val="solid"/>
            <a:round/>
            <a:headEnd type="none" w="sm" len="sm"/>
            <a:tailEnd type="none" w="sm" len="sm"/>
          </a:ln>
        </p:spPr>
      </p:cxnSp>
      <p:sp>
        <p:nvSpPr>
          <p:cNvPr id="354" name="Google Shape;354;p11"/>
          <p:cNvSpPr txBox="1"/>
          <p:nvPr/>
        </p:nvSpPr>
        <p:spPr>
          <a:xfrm>
            <a:off x="1882475" y="1882475"/>
            <a:ext cx="67524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MX" b="1">
                <a:solidFill>
                  <a:srgbClr val="3F3F3F"/>
                </a:solidFill>
                <a:latin typeface="Calibri"/>
                <a:ea typeface="Calibri"/>
                <a:cs typeface="Calibri"/>
                <a:sym typeface="Calibri"/>
              </a:rPr>
              <a:t>Se realizaron 56 casos de prueba </a:t>
            </a:r>
            <a:endParaRPr b="1">
              <a:solidFill>
                <a:srgbClr val="3F3F3F"/>
              </a:solidFill>
              <a:latin typeface="Calibri"/>
              <a:ea typeface="Calibri"/>
              <a:cs typeface="Calibri"/>
              <a:sym typeface="Calibri"/>
            </a:endParaRPr>
          </a:p>
          <a:p>
            <a:pPr marL="0" lvl="0" indent="0" algn="l" rtl="0">
              <a:spcBef>
                <a:spcPts val="0"/>
              </a:spcBef>
              <a:spcAft>
                <a:spcPts val="0"/>
              </a:spcAft>
              <a:buNone/>
            </a:pPr>
            <a:r>
              <a:rPr lang="es-MX" b="1">
                <a:solidFill>
                  <a:srgbClr val="3F3F3F"/>
                </a:solidFill>
                <a:latin typeface="Calibri"/>
                <a:ea typeface="Calibri"/>
                <a:cs typeface="Calibri"/>
                <a:sym typeface="Calibri"/>
              </a:rPr>
              <a:t>	             36 fueron automatizados </a:t>
            </a:r>
            <a:endParaRPr b="1">
              <a:solidFill>
                <a:srgbClr val="3F3F3F"/>
              </a:solidFill>
              <a:latin typeface="Calibri"/>
              <a:ea typeface="Calibri"/>
              <a:cs typeface="Calibri"/>
              <a:sym typeface="Calibri"/>
            </a:endParaRPr>
          </a:p>
          <a:p>
            <a:pPr marL="0" lvl="0" indent="0" algn="l" rtl="0">
              <a:spcBef>
                <a:spcPts val="0"/>
              </a:spcBef>
              <a:spcAft>
                <a:spcPts val="0"/>
              </a:spcAft>
              <a:buNone/>
            </a:pPr>
            <a:r>
              <a:rPr lang="es-MX" b="1">
                <a:solidFill>
                  <a:srgbClr val="3F3F3F"/>
                </a:solidFill>
                <a:latin typeface="Calibri"/>
                <a:ea typeface="Calibri"/>
                <a:cs typeface="Calibri"/>
                <a:sym typeface="Calibri"/>
              </a:rPr>
              <a:t>	             20 fueron manuales </a:t>
            </a:r>
            <a:endParaRPr b="1">
              <a:solidFill>
                <a:srgbClr val="3F3F3F"/>
              </a:solidFill>
              <a:latin typeface="Calibri"/>
              <a:ea typeface="Calibri"/>
              <a:cs typeface="Calibri"/>
              <a:sym typeface="Calibri"/>
            </a:endParaRPr>
          </a:p>
        </p:txBody>
      </p:sp>
      <p:pic>
        <p:nvPicPr>
          <p:cNvPr id="355" name="Google Shape;355;p11"/>
          <p:cNvPicPr preferRelativeResize="0"/>
          <p:nvPr/>
        </p:nvPicPr>
        <p:blipFill>
          <a:blip r:embed="rId4">
            <a:alphaModFix/>
          </a:blip>
          <a:stretch>
            <a:fillRect/>
          </a:stretch>
        </p:blipFill>
        <p:spPr>
          <a:xfrm>
            <a:off x="437425" y="2844400"/>
            <a:ext cx="11135099" cy="338185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pic>
        <p:nvPicPr>
          <p:cNvPr id="360" name="Google Shape;360;p12"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361" name="Google Shape;361;p12"/>
          <p:cNvSpPr txBox="1"/>
          <p:nvPr/>
        </p:nvSpPr>
        <p:spPr>
          <a:xfrm>
            <a:off x="1807500" y="1193700"/>
            <a:ext cx="8577000" cy="14469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4400">
                <a:solidFill>
                  <a:srgbClr val="3F3F3F"/>
                </a:solidFill>
                <a:latin typeface="Trebuchet MS"/>
                <a:ea typeface="Trebuchet MS"/>
                <a:cs typeface="Trebuchet MS"/>
                <a:sym typeface="Trebuchet MS"/>
              </a:rPr>
              <a:t>DEMOSTRACIÓN DEL RESULTADO DEL PROYECTO</a:t>
            </a:r>
            <a:endParaRPr sz="2400">
              <a:solidFill>
                <a:srgbClr val="3F3F3F"/>
              </a:solidFill>
              <a:latin typeface="Trebuchet MS"/>
              <a:ea typeface="Trebuchet MS"/>
              <a:cs typeface="Trebuchet MS"/>
              <a:sym typeface="Trebuchet MS"/>
            </a:endParaRPr>
          </a:p>
        </p:txBody>
      </p:sp>
      <p:sp>
        <p:nvSpPr>
          <p:cNvPr id="362" name="Google Shape;362;p12"/>
          <p:cNvSpPr txBox="1"/>
          <p:nvPr/>
        </p:nvSpPr>
        <p:spPr>
          <a:xfrm>
            <a:off x="136188" y="368928"/>
            <a:ext cx="121920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800">
                <a:solidFill>
                  <a:srgbClr val="757575"/>
                </a:solidFill>
                <a:latin typeface="Trebuchet MS"/>
                <a:ea typeface="Trebuchet MS"/>
                <a:cs typeface="Trebuchet MS"/>
                <a:sym typeface="Trebuchet MS"/>
              </a:rPr>
              <a:t>PROYECTO “CLEAN ORDER”</a:t>
            </a:r>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g3a9ec488fd2_0_83"/>
          <p:cNvSpPr txBox="1">
            <a:spLocks noGrp="1"/>
          </p:cNvSpPr>
          <p:nvPr>
            <p:ph type="title"/>
          </p:nvPr>
        </p:nvSpPr>
        <p:spPr>
          <a:xfrm>
            <a:off x="695134" y="484925"/>
            <a:ext cx="8596800" cy="13209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r>
              <a:rPr lang="es-MX">
                <a:solidFill>
                  <a:srgbClr val="3F3F3F"/>
                </a:solidFill>
              </a:rPr>
              <a:t>Video Demo</a:t>
            </a:r>
            <a:endParaRPr>
              <a:solidFill>
                <a:srgbClr val="3F3F3F"/>
              </a:solidFill>
            </a:endParaRPr>
          </a:p>
        </p:txBody>
      </p:sp>
      <p:pic>
        <p:nvPicPr>
          <p:cNvPr id="368" name="Google Shape;368;g3a9ec488fd2_0_83" title="FastCleanOrder.mp4">
            <a:hlinkClick r:id="rId3"/>
          </p:cNvPr>
          <p:cNvPicPr preferRelativeResize="0"/>
          <p:nvPr/>
        </p:nvPicPr>
        <p:blipFill>
          <a:blip r:embed="rId4">
            <a:alphaModFix/>
          </a:blip>
          <a:stretch>
            <a:fillRect/>
          </a:stretch>
        </p:blipFill>
        <p:spPr>
          <a:xfrm>
            <a:off x="1341775" y="1184600"/>
            <a:ext cx="9508451" cy="534850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68"/>
                                        </p:tgtEl>
                                        <p:attrNameLst>
                                          <p:attrName>style.visibility</p:attrName>
                                        </p:attrNameLst>
                                      </p:cBhvr>
                                      <p:to>
                                        <p:strVal val="visible"/>
                                      </p:to>
                                    </p:set>
                                    <p:animEffect transition="in" filter="fade">
                                      <p:cBhvr>
                                        <p:cTn id="7" dur="1000"/>
                                        <p:tgtEl>
                                          <p:spTgt spid="3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g3ab7a89cde6_0_28"/>
          <p:cNvSpPr txBox="1"/>
          <p:nvPr/>
        </p:nvSpPr>
        <p:spPr>
          <a:xfrm>
            <a:off x="1" y="992895"/>
            <a:ext cx="12192000" cy="769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4400">
                <a:solidFill>
                  <a:srgbClr val="3F3F3F"/>
                </a:solidFill>
                <a:latin typeface="Trebuchet MS"/>
                <a:ea typeface="Trebuchet MS"/>
                <a:cs typeface="Trebuchet MS"/>
                <a:sym typeface="Trebuchet MS"/>
              </a:rPr>
              <a:t>Resultados obtenidos</a:t>
            </a:r>
            <a:endParaRPr>
              <a:solidFill>
                <a:srgbClr val="3F3F3F"/>
              </a:solidFill>
            </a:endParaRPr>
          </a:p>
        </p:txBody>
      </p:sp>
      <p:pic>
        <p:nvPicPr>
          <p:cNvPr id="374" name="Google Shape;374;g3ab7a89cde6_0_28"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375" name="Google Shape;375;g3ab7a89cde6_0_28"/>
          <p:cNvSpPr txBox="1"/>
          <p:nvPr/>
        </p:nvSpPr>
        <p:spPr>
          <a:xfrm>
            <a:off x="136188" y="368928"/>
            <a:ext cx="121920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800">
                <a:solidFill>
                  <a:srgbClr val="757575"/>
                </a:solidFill>
                <a:latin typeface="Trebuchet MS"/>
                <a:ea typeface="Trebuchet MS"/>
                <a:cs typeface="Trebuchet MS"/>
                <a:sym typeface="Trebuchet MS"/>
              </a:rPr>
              <a:t>PROYECTO “CLEAN ORDER”</a:t>
            </a:r>
            <a:endParaRPr/>
          </a:p>
        </p:txBody>
      </p:sp>
      <p:sp>
        <p:nvSpPr>
          <p:cNvPr id="376" name="Google Shape;376;g3ab7a89cde6_0_28"/>
          <p:cNvSpPr txBox="1"/>
          <p:nvPr/>
        </p:nvSpPr>
        <p:spPr>
          <a:xfrm>
            <a:off x="969700" y="1998936"/>
            <a:ext cx="3695700" cy="1231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800"/>
              </a:spcBef>
              <a:spcAft>
                <a:spcPts val="0"/>
              </a:spcAft>
              <a:buClr>
                <a:schemeClr val="dk1"/>
              </a:buClr>
              <a:buSzPts val="1100"/>
              <a:buFont typeface="Arial"/>
              <a:buNone/>
            </a:pPr>
            <a:r>
              <a:rPr lang="es-MX" sz="1700" b="1">
                <a:solidFill>
                  <a:schemeClr val="dk1"/>
                </a:solidFill>
                <a:latin typeface="Trebuchet MS"/>
                <a:ea typeface="Trebuchet MS"/>
                <a:cs typeface="Trebuchet MS"/>
                <a:sym typeface="Trebuchet MS"/>
              </a:rPr>
              <a:t>Antes (proceso manual en Excel)</a:t>
            </a:r>
            <a:endParaRPr sz="1700" b="1">
              <a:solidFill>
                <a:schemeClr val="dk1"/>
              </a:solidFill>
              <a:latin typeface="Trebuchet MS"/>
              <a:ea typeface="Trebuchet MS"/>
              <a:cs typeface="Trebuchet MS"/>
              <a:sym typeface="Trebuchet MS"/>
            </a:endParaRPr>
          </a:p>
          <a:p>
            <a:pPr marL="457200" lvl="0" indent="-304800" algn="l" rtl="0">
              <a:lnSpc>
                <a:spcPct val="115000"/>
              </a:lnSpc>
              <a:spcBef>
                <a:spcPts val="1200"/>
              </a:spcBef>
              <a:spcAft>
                <a:spcPts val="0"/>
              </a:spcAft>
              <a:buClr>
                <a:schemeClr val="dk1"/>
              </a:buClr>
              <a:buSzPts val="1200"/>
              <a:buFont typeface="Barlow"/>
              <a:buChar char="●"/>
            </a:pPr>
            <a:r>
              <a:rPr lang="es-MX" sz="1200">
                <a:solidFill>
                  <a:schemeClr val="dk1"/>
                </a:solidFill>
                <a:latin typeface="Barlow"/>
                <a:ea typeface="Barlow"/>
                <a:cs typeface="Barlow"/>
                <a:sym typeface="Barlow"/>
              </a:rPr>
              <a:t>250 órdenes por mes</a:t>
            </a:r>
            <a:endParaRPr sz="1200">
              <a:solidFill>
                <a:schemeClr val="dk1"/>
              </a:solidFill>
              <a:latin typeface="Barlow"/>
              <a:ea typeface="Barlow"/>
              <a:cs typeface="Barlow"/>
              <a:sym typeface="Barlow"/>
            </a:endParaRPr>
          </a:p>
          <a:p>
            <a:pPr marL="457200" lvl="0" indent="-304800" algn="l" rtl="0">
              <a:lnSpc>
                <a:spcPct val="115000"/>
              </a:lnSpc>
              <a:spcBef>
                <a:spcPts val="0"/>
              </a:spcBef>
              <a:spcAft>
                <a:spcPts val="0"/>
              </a:spcAft>
              <a:buClr>
                <a:schemeClr val="dk1"/>
              </a:buClr>
              <a:buSzPts val="1200"/>
              <a:buFont typeface="Barlow"/>
              <a:buChar char="●"/>
            </a:pPr>
            <a:r>
              <a:rPr lang="es-MX" sz="1200">
                <a:solidFill>
                  <a:schemeClr val="dk1"/>
                </a:solidFill>
                <a:latin typeface="Barlow"/>
                <a:ea typeface="Barlow"/>
                <a:cs typeface="Barlow"/>
                <a:sym typeface="Barlow"/>
              </a:rPr>
              <a:t>7 min por orden</a:t>
            </a:r>
            <a:endParaRPr sz="1200">
              <a:solidFill>
                <a:schemeClr val="dk1"/>
              </a:solidFill>
              <a:latin typeface="Barlow"/>
              <a:ea typeface="Barlow"/>
              <a:cs typeface="Barlow"/>
              <a:sym typeface="Barlow"/>
            </a:endParaRPr>
          </a:p>
          <a:p>
            <a:pPr marL="457200" lvl="0" indent="-304800" algn="l" rtl="0">
              <a:lnSpc>
                <a:spcPct val="115000"/>
              </a:lnSpc>
              <a:spcBef>
                <a:spcPts val="0"/>
              </a:spcBef>
              <a:spcAft>
                <a:spcPts val="0"/>
              </a:spcAft>
              <a:buClr>
                <a:schemeClr val="dk1"/>
              </a:buClr>
              <a:buSzPts val="1200"/>
              <a:buFont typeface="Barlow"/>
              <a:buChar char="●"/>
            </a:pPr>
            <a:r>
              <a:rPr lang="es-MX" sz="1200">
                <a:solidFill>
                  <a:schemeClr val="dk1"/>
                </a:solidFill>
                <a:latin typeface="Barlow"/>
                <a:ea typeface="Barlow"/>
                <a:cs typeface="Barlow"/>
                <a:sym typeface="Barlow"/>
              </a:rPr>
              <a:t>29 horas por mes (≈ 7 h/semana)</a:t>
            </a:r>
            <a:endParaRPr sz="1200">
              <a:solidFill>
                <a:schemeClr val="dk1"/>
              </a:solidFill>
              <a:latin typeface="Barlow"/>
              <a:ea typeface="Barlow"/>
              <a:cs typeface="Barlow"/>
              <a:sym typeface="Barlow"/>
            </a:endParaRPr>
          </a:p>
        </p:txBody>
      </p:sp>
      <p:sp>
        <p:nvSpPr>
          <p:cNvPr id="377" name="Google Shape;377;g3ab7a89cde6_0_28"/>
          <p:cNvSpPr/>
          <p:nvPr/>
        </p:nvSpPr>
        <p:spPr>
          <a:xfrm>
            <a:off x="1229850" y="5012899"/>
            <a:ext cx="3000600" cy="1166700"/>
          </a:xfrm>
          <a:prstGeom prst="roundRect">
            <a:avLst>
              <a:gd name="adj" fmla="val 16667"/>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50000"/>
              </a:lnSpc>
              <a:spcBef>
                <a:spcPts val="0"/>
              </a:spcBef>
              <a:spcAft>
                <a:spcPts val="0"/>
              </a:spcAft>
              <a:buNone/>
            </a:pPr>
            <a:r>
              <a:rPr lang="es-MX" sz="1800">
                <a:solidFill>
                  <a:srgbClr val="3F3F3F"/>
                </a:solidFill>
                <a:latin typeface="Trebuchet MS"/>
                <a:ea typeface="Trebuchet MS"/>
                <a:cs typeface="Trebuchet MS"/>
                <a:sym typeface="Trebuchet MS"/>
              </a:rPr>
              <a:t>7 horas por semana</a:t>
            </a:r>
            <a:endParaRPr>
              <a:latin typeface="Trebuchet MS"/>
              <a:ea typeface="Trebuchet MS"/>
              <a:cs typeface="Trebuchet MS"/>
              <a:sym typeface="Trebuchet MS"/>
            </a:endParaRPr>
          </a:p>
        </p:txBody>
      </p:sp>
      <p:sp>
        <p:nvSpPr>
          <p:cNvPr id="378" name="Google Shape;378;g3ab7a89cde6_0_28"/>
          <p:cNvSpPr txBox="1"/>
          <p:nvPr/>
        </p:nvSpPr>
        <p:spPr>
          <a:xfrm>
            <a:off x="969700" y="3280150"/>
            <a:ext cx="4119000" cy="16833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1800"/>
              </a:spcBef>
              <a:spcAft>
                <a:spcPts val="0"/>
              </a:spcAft>
              <a:buClr>
                <a:schemeClr val="dk1"/>
              </a:buClr>
              <a:buSzPts val="1100"/>
              <a:buFont typeface="Arial"/>
              <a:buNone/>
            </a:pPr>
            <a:r>
              <a:rPr lang="es-MX" sz="1700" b="1">
                <a:solidFill>
                  <a:schemeClr val="dk1"/>
                </a:solidFill>
                <a:latin typeface="Trebuchet MS"/>
                <a:ea typeface="Trebuchet MS"/>
                <a:cs typeface="Trebuchet MS"/>
                <a:sym typeface="Trebuchet MS"/>
              </a:rPr>
              <a:t>Después (Clean Order web + móvil)</a:t>
            </a:r>
            <a:endParaRPr sz="1700" b="1">
              <a:solidFill>
                <a:schemeClr val="dk1"/>
              </a:solidFill>
              <a:latin typeface="Trebuchet MS"/>
              <a:ea typeface="Trebuchet MS"/>
              <a:cs typeface="Trebuchet MS"/>
              <a:sym typeface="Trebuchet MS"/>
            </a:endParaRPr>
          </a:p>
          <a:p>
            <a:pPr marL="457200" lvl="0" indent="-304800" algn="l" rtl="0">
              <a:lnSpc>
                <a:spcPct val="115000"/>
              </a:lnSpc>
              <a:spcBef>
                <a:spcPts val="400"/>
              </a:spcBef>
              <a:spcAft>
                <a:spcPts val="0"/>
              </a:spcAft>
              <a:buClr>
                <a:schemeClr val="dk1"/>
              </a:buClr>
              <a:buSzPts val="1200"/>
              <a:buFont typeface="Barlow"/>
              <a:buChar char="●"/>
            </a:pPr>
            <a:r>
              <a:rPr lang="es-MX" sz="1200">
                <a:solidFill>
                  <a:schemeClr val="dk1"/>
                </a:solidFill>
                <a:latin typeface="Barlow"/>
                <a:ea typeface="Barlow"/>
                <a:cs typeface="Barlow"/>
                <a:sym typeface="Barlow"/>
              </a:rPr>
              <a:t>1 min 20 seg por orden</a:t>
            </a:r>
            <a:endParaRPr sz="1200">
              <a:solidFill>
                <a:schemeClr val="dk1"/>
              </a:solidFill>
              <a:latin typeface="Barlow"/>
              <a:ea typeface="Barlow"/>
              <a:cs typeface="Barlow"/>
              <a:sym typeface="Barlow"/>
            </a:endParaRPr>
          </a:p>
          <a:p>
            <a:pPr marL="457200" lvl="0" indent="0" algn="l" rtl="0">
              <a:lnSpc>
                <a:spcPct val="115000"/>
              </a:lnSpc>
              <a:spcBef>
                <a:spcPts val="0"/>
              </a:spcBef>
              <a:spcAft>
                <a:spcPts val="0"/>
              </a:spcAft>
              <a:buNone/>
            </a:pPr>
            <a:r>
              <a:rPr lang="es-MX">
                <a:solidFill>
                  <a:schemeClr val="dk1"/>
                </a:solidFill>
                <a:latin typeface="Barlow"/>
                <a:ea typeface="Barlow"/>
                <a:cs typeface="Barlow"/>
                <a:sym typeface="Barlow"/>
              </a:rPr>
              <a:t>👍</a:t>
            </a:r>
            <a:r>
              <a:rPr lang="es-MX" sz="1200">
                <a:solidFill>
                  <a:schemeClr val="dk1"/>
                </a:solidFill>
                <a:latin typeface="Barlow"/>
                <a:ea typeface="Barlow"/>
                <a:cs typeface="Barlow"/>
                <a:sym typeface="Barlow"/>
              </a:rPr>
              <a:t> </a:t>
            </a:r>
            <a:r>
              <a:rPr lang="es-MX" sz="1200" b="1">
                <a:solidFill>
                  <a:schemeClr val="dk1"/>
                </a:solidFill>
                <a:latin typeface="Barlow"/>
                <a:ea typeface="Barlow"/>
                <a:cs typeface="Barlow"/>
                <a:sym typeface="Barlow"/>
              </a:rPr>
              <a:t>5,5 horas por mes (≈ 50 min/semana)</a:t>
            </a:r>
            <a:endParaRPr sz="1200">
              <a:solidFill>
                <a:schemeClr val="dk1"/>
              </a:solidFill>
              <a:latin typeface="Barlow"/>
              <a:ea typeface="Barlow"/>
              <a:cs typeface="Barlow"/>
              <a:sym typeface="Barlow"/>
            </a:endParaRPr>
          </a:p>
        </p:txBody>
      </p:sp>
      <p:sp>
        <p:nvSpPr>
          <p:cNvPr id="379" name="Google Shape;379;g3ab7a89cde6_0_28"/>
          <p:cNvSpPr/>
          <p:nvPr/>
        </p:nvSpPr>
        <p:spPr>
          <a:xfrm>
            <a:off x="7583850" y="5036650"/>
            <a:ext cx="3000600" cy="1166700"/>
          </a:xfrm>
          <a:prstGeom prst="roundRect">
            <a:avLst>
              <a:gd name="adj" fmla="val 16667"/>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50000"/>
              </a:lnSpc>
              <a:spcBef>
                <a:spcPts val="0"/>
              </a:spcBef>
              <a:spcAft>
                <a:spcPts val="0"/>
              </a:spcAft>
              <a:buNone/>
            </a:pPr>
            <a:r>
              <a:rPr lang="es-MX" sz="1800">
                <a:solidFill>
                  <a:srgbClr val="3F3F3F"/>
                </a:solidFill>
                <a:latin typeface="Trebuchet MS"/>
                <a:ea typeface="Trebuchet MS"/>
                <a:cs typeface="Trebuchet MS"/>
                <a:sym typeface="Trebuchet MS"/>
              </a:rPr>
              <a:t>50 Minutos por semana</a:t>
            </a:r>
            <a:endParaRPr sz="1800">
              <a:solidFill>
                <a:srgbClr val="3F3F3F"/>
              </a:solidFill>
              <a:latin typeface="Trebuchet MS"/>
              <a:ea typeface="Trebuchet MS"/>
              <a:cs typeface="Trebuchet MS"/>
              <a:sym typeface="Trebuchet MS"/>
            </a:endParaRPr>
          </a:p>
        </p:txBody>
      </p:sp>
      <p:sp>
        <p:nvSpPr>
          <p:cNvPr id="380" name="Google Shape;380;g3ab7a89cde6_0_28"/>
          <p:cNvSpPr/>
          <p:nvPr/>
        </p:nvSpPr>
        <p:spPr>
          <a:xfrm>
            <a:off x="5236500" y="5156800"/>
            <a:ext cx="1719000" cy="926400"/>
          </a:xfrm>
          <a:prstGeom prst="rightArrow">
            <a:avLst>
              <a:gd name="adj1" fmla="val 50000"/>
              <a:gd name="adj2"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Trebuchet MS"/>
              <a:ea typeface="Trebuchet MS"/>
              <a:cs typeface="Trebuchet MS"/>
              <a:sym typeface="Trebuchet MS"/>
            </a:endParaRPr>
          </a:p>
        </p:txBody>
      </p:sp>
      <p:sp>
        <p:nvSpPr>
          <p:cNvPr id="381" name="Google Shape;381;g3ab7a89cde6_0_28"/>
          <p:cNvSpPr txBox="1"/>
          <p:nvPr/>
        </p:nvSpPr>
        <p:spPr>
          <a:xfrm>
            <a:off x="7465175" y="3423086"/>
            <a:ext cx="3695700" cy="1231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800"/>
              </a:spcBef>
              <a:spcAft>
                <a:spcPts val="0"/>
              </a:spcAft>
              <a:buNone/>
            </a:pPr>
            <a:r>
              <a:rPr lang="es-MX" sz="1700" b="1">
                <a:solidFill>
                  <a:schemeClr val="dk1"/>
                </a:solidFill>
                <a:latin typeface="Trebuchet MS"/>
                <a:ea typeface="Trebuchet MS"/>
                <a:cs typeface="Trebuchet MS"/>
                <a:sym typeface="Trebuchet MS"/>
              </a:rPr>
              <a:t>Reducción total:</a:t>
            </a:r>
            <a:endParaRPr sz="1700" b="1">
              <a:solidFill>
                <a:schemeClr val="dk1"/>
              </a:solidFill>
              <a:latin typeface="Trebuchet MS"/>
              <a:ea typeface="Trebuchet MS"/>
              <a:cs typeface="Trebuchet MS"/>
              <a:sym typeface="Trebuchet MS"/>
            </a:endParaRPr>
          </a:p>
          <a:p>
            <a:pPr marL="0" lvl="0" indent="0" algn="l" rtl="0">
              <a:lnSpc>
                <a:spcPct val="115000"/>
              </a:lnSpc>
              <a:spcBef>
                <a:spcPts val="400"/>
              </a:spcBef>
              <a:spcAft>
                <a:spcPts val="0"/>
              </a:spcAft>
              <a:buNone/>
            </a:pPr>
            <a:r>
              <a:rPr lang="es-MX" b="1">
                <a:solidFill>
                  <a:srgbClr val="38761D"/>
                </a:solidFill>
                <a:latin typeface="Barlow"/>
                <a:ea typeface="Barlow"/>
                <a:cs typeface="Barlow"/>
                <a:sym typeface="Barlow"/>
              </a:rPr>
              <a:t>🡻</a:t>
            </a:r>
            <a:r>
              <a:rPr lang="es-MX" sz="1300" b="1">
                <a:solidFill>
                  <a:srgbClr val="4A86E8"/>
                </a:solidFill>
                <a:latin typeface="Barlow"/>
                <a:ea typeface="Barlow"/>
                <a:cs typeface="Barlow"/>
                <a:sym typeface="Barlow"/>
              </a:rPr>
              <a:t> </a:t>
            </a:r>
            <a:r>
              <a:rPr lang="es-MX" sz="1300" b="1">
                <a:solidFill>
                  <a:schemeClr val="dk1"/>
                </a:solidFill>
                <a:latin typeface="Barlow"/>
                <a:ea typeface="Barlow"/>
                <a:cs typeface="Barlow"/>
                <a:sym typeface="Barlow"/>
              </a:rPr>
              <a:t>− 6 horas por semana</a:t>
            </a:r>
            <a:endParaRPr sz="1300" b="1">
              <a:solidFill>
                <a:schemeClr val="dk1"/>
              </a:solidFill>
              <a:latin typeface="Barlow"/>
              <a:ea typeface="Barlow"/>
              <a:cs typeface="Barlow"/>
              <a:sym typeface="Barlow"/>
            </a:endParaRPr>
          </a:p>
          <a:p>
            <a:pPr marL="0" lvl="0" indent="0" algn="l" rtl="0">
              <a:lnSpc>
                <a:spcPct val="115000"/>
              </a:lnSpc>
              <a:spcBef>
                <a:spcPts val="0"/>
              </a:spcBef>
              <a:spcAft>
                <a:spcPts val="0"/>
              </a:spcAft>
              <a:buNone/>
            </a:pPr>
            <a:r>
              <a:rPr lang="es-MX" b="1">
                <a:solidFill>
                  <a:srgbClr val="38761D"/>
                </a:solidFill>
                <a:latin typeface="Barlow"/>
                <a:ea typeface="Barlow"/>
                <a:cs typeface="Barlow"/>
                <a:sym typeface="Barlow"/>
              </a:rPr>
              <a:t>🡻</a:t>
            </a:r>
            <a:r>
              <a:rPr lang="es-MX" b="1">
                <a:solidFill>
                  <a:srgbClr val="3F7818"/>
                </a:solidFill>
                <a:latin typeface="Barlow"/>
                <a:ea typeface="Barlow"/>
                <a:cs typeface="Barlow"/>
                <a:sym typeface="Barlow"/>
              </a:rPr>
              <a:t> </a:t>
            </a:r>
            <a:r>
              <a:rPr lang="es-MX" sz="1300" b="1">
                <a:solidFill>
                  <a:schemeClr val="dk1"/>
                </a:solidFill>
                <a:latin typeface="Barlow"/>
                <a:ea typeface="Barlow"/>
                <a:cs typeface="Barlow"/>
                <a:sym typeface="Barlow"/>
              </a:rPr>
              <a:t>− 23 horas por mes</a:t>
            </a:r>
            <a:endParaRPr sz="1300" b="1">
              <a:solidFill>
                <a:schemeClr val="dk1"/>
              </a:solidFill>
              <a:latin typeface="Barlow"/>
              <a:ea typeface="Barlow"/>
              <a:cs typeface="Barlow"/>
              <a:sym typeface="Barlow"/>
            </a:endParaRPr>
          </a:p>
          <a:p>
            <a:pPr marL="0" lvl="0" indent="0" algn="l" rtl="0">
              <a:lnSpc>
                <a:spcPct val="115000"/>
              </a:lnSpc>
              <a:spcBef>
                <a:spcPts val="0"/>
              </a:spcBef>
              <a:spcAft>
                <a:spcPts val="0"/>
              </a:spcAft>
              <a:buNone/>
            </a:pPr>
            <a:r>
              <a:rPr lang="es-MX" b="1">
                <a:solidFill>
                  <a:srgbClr val="38761D"/>
                </a:solidFill>
                <a:latin typeface="Barlow"/>
                <a:ea typeface="Barlow"/>
                <a:cs typeface="Barlow"/>
                <a:sym typeface="Barlow"/>
              </a:rPr>
              <a:t>🡻</a:t>
            </a:r>
            <a:r>
              <a:rPr lang="es-MX" sz="1300" b="1">
                <a:solidFill>
                  <a:srgbClr val="00FF00"/>
                </a:solidFill>
                <a:latin typeface="Barlow"/>
                <a:ea typeface="Barlow"/>
                <a:cs typeface="Barlow"/>
                <a:sym typeface="Barlow"/>
              </a:rPr>
              <a:t> </a:t>
            </a:r>
            <a:r>
              <a:rPr lang="es-MX" sz="1300" b="1">
                <a:solidFill>
                  <a:schemeClr val="dk1"/>
                </a:solidFill>
                <a:latin typeface="Barlow"/>
                <a:ea typeface="Barlow"/>
                <a:cs typeface="Barlow"/>
                <a:sym typeface="Barlow"/>
              </a:rPr>
              <a:t>− 276 horas por año</a:t>
            </a:r>
            <a:endParaRPr sz="1700" b="1">
              <a:solidFill>
                <a:schemeClr val="dk1"/>
              </a:solidFill>
              <a:latin typeface="Barlow"/>
              <a:ea typeface="Barlow"/>
              <a:cs typeface="Barlow"/>
              <a:sym typeface="Barlow"/>
            </a:endParaRPr>
          </a:p>
        </p:txBody>
      </p:sp>
      <p:pic>
        <p:nvPicPr>
          <p:cNvPr id="382" name="Google Shape;382;g3ab7a89cde6_0_28"/>
          <p:cNvPicPr preferRelativeResize="0"/>
          <p:nvPr/>
        </p:nvPicPr>
        <p:blipFill>
          <a:blip r:embed="rId4">
            <a:alphaModFix/>
          </a:blip>
          <a:stretch>
            <a:fillRect/>
          </a:stretch>
        </p:blipFill>
        <p:spPr>
          <a:xfrm>
            <a:off x="8101208" y="1849923"/>
            <a:ext cx="1432750" cy="165390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14"/>
          <p:cNvSpPr txBox="1"/>
          <p:nvPr/>
        </p:nvSpPr>
        <p:spPr>
          <a:xfrm>
            <a:off x="1091100" y="992900"/>
            <a:ext cx="10009800" cy="14469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4400">
                <a:solidFill>
                  <a:srgbClr val="434343"/>
                </a:solidFill>
                <a:latin typeface="Trebuchet MS"/>
                <a:ea typeface="Trebuchet MS"/>
                <a:cs typeface="Trebuchet MS"/>
                <a:sym typeface="Trebuchet MS"/>
              </a:rPr>
              <a:t>Obstáculos presentados durante el desarrollo</a:t>
            </a:r>
            <a:endParaRPr>
              <a:solidFill>
                <a:srgbClr val="434343"/>
              </a:solidFill>
            </a:endParaRPr>
          </a:p>
        </p:txBody>
      </p:sp>
      <p:sp>
        <p:nvSpPr>
          <p:cNvPr id="388" name="Google Shape;388;p14"/>
          <p:cNvSpPr txBox="1"/>
          <p:nvPr/>
        </p:nvSpPr>
        <p:spPr>
          <a:xfrm>
            <a:off x="2288975" y="2498100"/>
            <a:ext cx="7837800" cy="3184500"/>
          </a:xfrm>
          <a:prstGeom prst="rect">
            <a:avLst/>
          </a:prstGeom>
          <a:noFill/>
          <a:ln>
            <a:noFill/>
          </a:ln>
        </p:spPr>
        <p:txBody>
          <a:bodyPr spcFirstLastPara="1" wrap="square" lIns="91425" tIns="91425" rIns="91425" bIns="91425" anchor="t" anchorCtr="0">
            <a:noAutofit/>
          </a:bodyPr>
          <a:lstStyle/>
          <a:p>
            <a:pPr marL="457200" lvl="0" indent="-355600" algn="l" rtl="0">
              <a:lnSpc>
                <a:spcPct val="150000"/>
              </a:lnSpc>
              <a:spcBef>
                <a:spcPts val="0"/>
              </a:spcBef>
              <a:spcAft>
                <a:spcPts val="0"/>
              </a:spcAft>
              <a:buClr>
                <a:srgbClr val="434343"/>
              </a:buClr>
              <a:buSzPts val="2000"/>
              <a:buFont typeface="Calibri"/>
              <a:buChar char="●"/>
            </a:pPr>
            <a:r>
              <a:rPr lang="es-MX" sz="2000" b="1">
                <a:solidFill>
                  <a:srgbClr val="434343"/>
                </a:solidFill>
                <a:latin typeface="Calibri"/>
                <a:ea typeface="Calibri"/>
                <a:cs typeface="Calibri"/>
                <a:sym typeface="Calibri"/>
              </a:rPr>
              <a:t>Alcances del proyecto no definidos al inicio del desarrollo.</a:t>
            </a:r>
            <a:endParaRPr sz="2000" b="1">
              <a:solidFill>
                <a:srgbClr val="434343"/>
              </a:solidFill>
              <a:latin typeface="Calibri"/>
              <a:ea typeface="Calibri"/>
              <a:cs typeface="Calibri"/>
              <a:sym typeface="Calibri"/>
            </a:endParaRPr>
          </a:p>
          <a:p>
            <a:pPr marL="457200" lvl="0" indent="-355600" algn="l" rtl="0">
              <a:lnSpc>
                <a:spcPct val="150000"/>
              </a:lnSpc>
              <a:spcBef>
                <a:spcPts val="0"/>
              </a:spcBef>
              <a:spcAft>
                <a:spcPts val="0"/>
              </a:spcAft>
              <a:buClr>
                <a:srgbClr val="434343"/>
              </a:buClr>
              <a:buSzPts val="2000"/>
              <a:buFont typeface="Calibri"/>
              <a:buChar char="●"/>
            </a:pPr>
            <a:r>
              <a:rPr lang="es-MX" sz="2000" b="1">
                <a:solidFill>
                  <a:srgbClr val="434343"/>
                </a:solidFill>
                <a:latin typeface="Calibri"/>
                <a:ea typeface="Calibri"/>
                <a:cs typeface="Calibri"/>
                <a:sym typeface="Calibri"/>
              </a:rPr>
              <a:t>Herramientas y Frameworks nuevos para el equipo.</a:t>
            </a:r>
            <a:endParaRPr sz="2000" b="1">
              <a:solidFill>
                <a:srgbClr val="434343"/>
              </a:solidFill>
              <a:latin typeface="Calibri"/>
              <a:ea typeface="Calibri"/>
              <a:cs typeface="Calibri"/>
              <a:sym typeface="Calibri"/>
            </a:endParaRPr>
          </a:p>
          <a:p>
            <a:pPr marL="457200" lvl="0" indent="-355600" algn="l" rtl="0">
              <a:lnSpc>
                <a:spcPct val="150000"/>
              </a:lnSpc>
              <a:spcBef>
                <a:spcPts val="0"/>
              </a:spcBef>
              <a:spcAft>
                <a:spcPts val="0"/>
              </a:spcAft>
              <a:buClr>
                <a:srgbClr val="434343"/>
              </a:buClr>
              <a:buSzPts val="2000"/>
              <a:buFont typeface="Calibri"/>
              <a:buChar char="●"/>
            </a:pPr>
            <a:r>
              <a:rPr lang="es-MX" sz="2000" b="1">
                <a:solidFill>
                  <a:srgbClr val="434343"/>
                </a:solidFill>
                <a:latin typeface="Calibri"/>
                <a:ea typeface="Calibri"/>
                <a:cs typeface="Calibri"/>
                <a:sym typeface="Calibri"/>
              </a:rPr>
              <a:t>Mejorar la gestión de asignación de tareas a miembros.</a:t>
            </a:r>
            <a:endParaRPr sz="2000" b="1">
              <a:solidFill>
                <a:srgbClr val="434343"/>
              </a:solidFill>
              <a:latin typeface="Calibri"/>
              <a:ea typeface="Calibri"/>
              <a:cs typeface="Calibri"/>
              <a:sym typeface="Calibri"/>
            </a:endParaRPr>
          </a:p>
          <a:p>
            <a:pPr marL="457200" lvl="0" indent="-355600" algn="l" rtl="0">
              <a:lnSpc>
                <a:spcPct val="150000"/>
              </a:lnSpc>
              <a:spcBef>
                <a:spcPts val="0"/>
              </a:spcBef>
              <a:spcAft>
                <a:spcPts val="0"/>
              </a:spcAft>
              <a:buClr>
                <a:srgbClr val="434343"/>
              </a:buClr>
              <a:buSzPts val="2000"/>
              <a:buFont typeface="Calibri"/>
              <a:buChar char="●"/>
            </a:pPr>
            <a:r>
              <a:rPr lang="es-MX" sz="2000" b="1">
                <a:solidFill>
                  <a:srgbClr val="434343"/>
                </a:solidFill>
                <a:latin typeface="Calibri"/>
                <a:ea typeface="Calibri"/>
                <a:cs typeface="Calibri"/>
                <a:sym typeface="Calibri"/>
              </a:rPr>
              <a:t>Poco tiempo para desarrollo de todos los módulos</a:t>
            </a:r>
            <a:endParaRPr sz="2000" b="1">
              <a:solidFill>
                <a:srgbClr val="434343"/>
              </a:solidFill>
              <a:latin typeface="Calibri"/>
              <a:ea typeface="Calibri"/>
              <a:cs typeface="Calibri"/>
              <a:sym typeface="Calibri"/>
            </a:endParaRPr>
          </a:p>
        </p:txBody>
      </p:sp>
      <p:pic>
        <p:nvPicPr>
          <p:cNvPr id="389" name="Google Shape;389;p14"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390" name="Google Shape;390;p14"/>
          <p:cNvSpPr txBox="1"/>
          <p:nvPr/>
        </p:nvSpPr>
        <p:spPr>
          <a:xfrm>
            <a:off x="136188" y="368928"/>
            <a:ext cx="121920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800">
                <a:solidFill>
                  <a:srgbClr val="757575"/>
                </a:solidFill>
                <a:latin typeface="Trebuchet MS"/>
                <a:ea typeface="Trebuchet MS"/>
                <a:cs typeface="Trebuchet MS"/>
                <a:sym typeface="Trebuchet MS"/>
              </a:rPr>
              <a:t>PROYECTO “CLEAN ORDER”</a:t>
            </a:r>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g3aa38edc61d_0_32"/>
          <p:cNvSpPr txBox="1"/>
          <p:nvPr/>
        </p:nvSpPr>
        <p:spPr>
          <a:xfrm>
            <a:off x="761575" y="992900"/>
            <a:ext cx="10009800" cy="769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4400">
                <a:solidFill>
                  <a:srgbClr val="434343"/>
                </a:solidFill>
                <a:latin typeface="Trebuchet MS"/>
                <a:ea typeface="Trebuchet MS"/>
                <a:cs typeface="Trebuchet MS"/>
                <a:sym typeface="Trebuchet MS"/>
              </a:rPr>
              <a:t>Conclusión</a:t>
            </a:r>
            <a:endParaRPr>
              <a:solidFill>
                <a:srgbClr val="434343"/>
              </a:solidFill>
            </a:endParaRPr>
          </a:p>
        </p:txBody>
      </p:sp>
      <p:sp>
        <p:nvSpPr>
          <p:cNvPr id="396" name="Google Shape;396;g3aa38edc61d_0_32"/>
          <p:cNvSpPr txBox="1"/>
          <p:nvPr/>
        </p:nvSpPr>
        <p:spPr>
          <a:xfrm>
            <a:off x="855025" y="2017075"/>
            <a:ext cx="9636900" cy="3896700"/>
          </a:xfrm>
          <a:prstGeom prst="rect">
            <a:avLst/>
          </a:prstGeom>
          <a:noFill/>
          <a:ln>
            <a:noFill/>
          </a:ln>
        </p:spPr>
        <p:txBody>
          <a:bodyPr spcFirstLastPara="1" wrap="square" lIns="91425" tIns="91425" rIns="91425" bIns="91425" anchor="t" anchorCtr="0">
            <a:noAutofit/>
          </a:bodyPr>
          <a:lstStyle/>
          <a:p>
            <a:pPr marL="457200" lvl="0" indent="-374650" algn="l" rtl="0">
              <a:lnSpc>
                <a:spcPct val="150000"/>
              </a:lnSpc>
              <a:spcBef>
                <a:spcPts val="0"/>
              </a:spcBef>
              <a:spcAft>
                <a:spcPts val="0"/>
              </a:spcAft>
              <a:buClr>
                <a:srgbClr val="3F3F3F"/>
              </a:buClr>
              <a:buSzPts val="2300"/>
              <a:buFont typeface="Calibri"/>
              <a:buChar char="●"/>
            </a:pPr>
            <a:r>
              <a:rPr lang="es-MX" sz="1600" b="1">
                <a:solidFill>
                  <a:srgbClr val="3F3F3F"/>
                </a:solidFill>
                <a:latin typeface="Calibri"/>
                <a:ea typeface="Calibri"/>
                <a:cs typeface="Calibri"/>
                <a:sym typeface="Calibri"/>
              </a:rPr>
              <a:t>Se digitaliza un proceso manual</a:t>
            </a:r>
            <a:r>
              <a:rPr lang="es-MX" sz="1600">
                <a:solidFill>
                  <a:srgbClr val="3F3F3F"/>
                </a:solidFill>
                <a:latin typeface="Calibri"/>
                <a:ea typeface="Calibri"/>
                <a:cs typeface="Calibri"/>
                <a:sym typeface="Calibri"/>
              </a:rPr>
              <a:t>, reemplazando Excel por un sistema web y móvil centralizado.</a:t>
            </a:r>
            <a:endParaRPr sz="1600">
              <a:solidFill>
                <a:srgbClr val="3F3F3F"/>
              </a:solidFill>
              <a:latin typeface="Calibri"/>
              <a:ea typeface="Calibri"/>
              <a:cs typeface="Calibri"/>
              <a:sym typeface="Calibri"/>
            </a:endParaRPr>
          </a:p>
          <a:p>
            <a:pPr marL="457200" lvl="0" indent="-374650" algn="l" rtl="0">
              <a:lnSpc>
                <a:spcPct val="150000"/>
              </a:lnSpc>
              <a:spcBef>
                <a:spcPts val="0"/>
              </a:spcBef>
              <a:spcAft>
                <a:spcPts val="0"/>
              </a:spcAft>
              <a:buClr>
                <a:srgbClr val="3F3F3F"/>
              </a:buClr>
              <a:buSzPts val="2300"/>
              <a:buFont typeface="Calibri"/>
              <a:buChar char="●"/>
            </a:pPr>
            <a:r>
              <a:rPr lang="es-MX" sz="1600" b="1">
                <a:solidFill>
                  <a:srgbClr val="3F3F3F"/>
                </a:solidFill>
                <a:latin typeface="Calibri"/>
                <a:ea typeface="Calibri"/>
                <a:cs typeface="Calibri"/>
                <a:sym typeface="Calibri"/>
              </a:rPr>
              <a:t>Se desarrollaron las funciones esenciales</a:t>
            </a:r>
            <a:r>
              <a:rPr lang="es-MX" sz="1600">
                <a:solidFill>
                  <a:srgbClr val="3F3F3F"/>
                </a:solidFill>
                <a:latin typeface="Calibri"/>
                <a:ea typeface="Calibri"/>
                <a:cs typeface="Calibri"/>
                <a:sym typeface="Calibri"/>
              </a:rPr>
              <a:t>, como creación de órdenes, asignación y evidencias desde terreno.</a:t>
            </a:r>
            <a:endParaRPr sz="1600">
              <a:solidFill>
                <a:srgbClr val="3F3F3F"/>
              </a:solidFill>
              <a:latin typeface="Calibri"/>
              <a:ea typeface="Calibri"/>
              <a:cs typeface="Calibri"/>
              <a:sym typeface="Calibri"/>
            </a:endParaRPr>
          </a:p>
          <a:p>
            <a:pPr marL="457200" lvl="0" indent="-374650" algn="l" rtl="0">
              <a:lnSpc>
                <a:spcPct val="150000"/>
              </a:lnSpc>
              <a:spcBef>
                <a:spcPts val="0"/>
              </a:spcBef>
              <a:spcAft>
                <a:spcPts val="0"/>
              </a:spcAft>
              <a:buClr>
                <a:srgbClr val="3F3F3F"/>
              </a:buClr>
              <a:buSzPts val="2300"/>
              <a:buFont typeface="Calibri"/>
              <a:buChar char="●"/>
            </a:pPr>
            <a:r>
              <a:rPr lang="es-MX" sz="1600" b="1">
                <a:solidFill>
                  <a:srgbClr val="3F3F3F"/>
                </a:solidFill>
                <a:latin typeface="Calibri"/>
                <a:ea typeface="Calibri"/>
                <a:cs typeface="Calibri"/>
                <a:sym typeface="Calibri"/>
              </a:rPr>
              <a:t>Scrum permitió priorizar y ajustar</a:t>
            </a:r>
            <a:r>
              <a:rPr lang="es-MX" sz="1600">
                <a:solidFill>
                  <a:srgbClr val="3F3F3F"/>
                </a:solidFill>
                <a:latin typeface="Calibri"/>
                <a:ea typeface="Calibri"/>
                <a:cs typeface="Calibri"/>
                <a:sym typeface="Calibri"/>
              </a:rPr>
              <a:t>, entregando avances iterativos alineados al negocio.</a:t>
            </a:r>
            <a:endParaRPr sz="1600">
              <a:solidFill>
                <a:srgbClr val="3F3F3F"/>
              </a:solidFill>
              <a:latin typeface="Calibri"/>
              <a:ea typeface="Calibri"/>
              <a:cs typeface="Calibri"/>
              <a:sym typeface="Calibri"/>
            </a:endParaRPr>
          </a:p>
          <a:p>
            <a:pPr marL="457200" lvl="0" indent="-374650" algn="l" rtl="0">
              <a:lnSpc>
                <a:spcPct val="150000"/>
              </a:lnSpc>
              <a:spcBef>
                <a:spcPts val="0"/>
              </a:spcBef>
              <a:spcAft>
                <a:spcPts val="0"/>
              </a:spcAft>
              <a:buClr>
                <a:srgbClr val="3F3F3F"/>
              </a:buClr>
              <a:buSzPts val="2300"/>
              <a:buFont typeface="Calibri"/>
              <a:buChar char="●"/>
            </a:pPr>
            <a:r>
              <a:rPr lang="es-MX" sz="1600" b="1">
                <a:solidFill>
                  <a:srgbClr val="3F3F3F"/>
                </a:solidFill>
                <a:latin typeface="Calibri"/>
                <a:ea typeface="Calibri"/>
                <a:cs typeface="Calibri"/>
                <a:sym typeface="Calibri"/>
              </a:rPr>
              <a:t>Las pruebas validaron la calidad del sistema</a:t>
            </a:r>
            <a:r>
              <a:rPr lang="es-MX" sz="1600">
                <a:solidFill>
                  <a:srgbClr val="3F3F3F"/>
                </a:solidFill>
                <a:latin typeface="Calibri"/>
                <a:ea typeface="Calibri"/>
                <a:cs typeface="Calibri"/>
                <a:sym typeface="Calibri"/>
              </a:rPr>
              <a:t>, reduciendo errores y mejorando la operación.</a:t>
            </a:r>
            <a:endParaRPr sz="1600">
              <a:solidFill>
                <a:srgbClr val="3F3F3F"/>
              </a:solidFill>
              <a:latin typeface="Calibri"/>
              <a:ea typeface="Calibri"/>
              <a:cs typeface="Calibri"/>
              <a:sym typeface="Calibri"/>
            </a:endParaRPr>
          </a:p>
          <a:p>
            <a:pPr marL="457200" lvl="0" indent="-374650" algn="l" rtl="0">
              <a:lnSpc>
                <a:spcPct val="150000"/>
              </a:lnSpc>
              <a:spcBef>
                <a:spcPts val="0"/>
              </a:spcBef>
              <a:spcAft>
                <a:spcPts val="0"/>
              </a:spcAft>
              <a:buClr>
                <a:srgbClr val="3F3F3F"/>
              </a:buClr>
              <a:buSzPts val="2300"/>
              <a:buFont typeface="Calibri"/>
              <a:buChar char="●"/>
            </a:pPr>
            <a:r>
              <a:rPr lang="es-MX" sz="1600" b="1">
                <a:solidFill>
                  <a:srgbClr val="3F3F3F"/>
                </a:solidFill>
                <a:latin typeface="Calibri"/>
                <a:ea typeface="Calibri"/>
                <a:cs typeface="Calibri"/>
                <a:sym typeface="Calibri"/>
              </a:rPr>
              <a:t>El producto optimiza tiempos y coordinación</a:t>
            </a:r>
            <a:r>
              <a:rPr lang="es-MX" sz="1600">
                <a:solidFill>
                  <a:srgbClr val="3F3F3F"/>
                </a:solidFill>
                <a:latin typeface="Calibri"/>
                <a:ea typeface="Calibri"/>
                <a:cs typeface="Calibri"/>
                <a:sym typeface="Calibri"/>
              </a:rPr>
              <a:t>, haciendo el proceso más eficiente.</a:t>
            </a:r>
            <a:endParaRPr sz="1600">
              <a:solidFill>
                <a:srgbClr val="3F3F3F"/>
              </a:solidFill>
              <a:latin typeface="Calibri"/>
              <a:ea typeface="Calibri"/>
              <a:cs typeface="Calibri"/>
              <a:sym typeface="Calibri"/>
            </a:endParaRPr>
          </a:p>
          <a:p>
            <a:pPr marL="457200" lvl="0" indent="-374650" algn="l" rtl="0">
              <a:lnSpc>
                <a:spcPct val="150000"/>
              </a:lnSpc>
              <a:spcBef>
                <a:spcPts val="0"/>
              </a:spcBef>
              <a:spcAft>
                <a:spcPts val="0"/>
              </a:spcAft>
              <a:buClr>
                <a:srgbClr val="3F3F3F"/>
              </a:buClr>
              <a:buSzPts val="2300"/>
              <a:buFont typeface="Calibri"/>
              <a:buChar char="●"/>
            </a:pPr>
            <a:r>
              <a:rPr lang="es-MX" sz="1600" b="1">
                <a:solidFill>
                  <a:srgbClr val="3F3F3F"/>
                </a:solidFill>
                <a:latin typeface="Calibri"/>
                <a:ea typeface="Calibri"/>
                <a:cs typeface="Calibri"/>
                <a:sym typeface="Calibri"/>
              </a:rPr>
              <a:t>Clean Order queda funcional y con base para crecer</a:t>
            </a:r>
            <a:r>
              <a:rPr lang="es-MX" sz="1600">
                <a:solidFill>
                  <a:srgbClr val="3F3F3F"/>
                </a:solidFill>
                <a:latin typeface="Calibri"/>
                <a:ea typeface="Calibri"/>
                <a:cs typeface="Calibri"/>
                <a:sym typeface="Calibri"/>
              </a:rPr>
              <a:t>, integrando futuros módulos cuando se requiera.</a:t>
            </a:r>
            <a:endParaRPr sz="1600" b="1">
              <a:solidFill>
                <a:srgbClr val="3F3F3F"/>
              </a:solidFill>
              <a:latin typeface="Calibri"/>
              <a:ea typeface="Calibri"/>
              <a:cs typeface="Calibri"/>
              <a:sym typeface="Calibri"/>
            </a:endParaRPr>
          </a:p>
          <a:p>
            <a:pPr marL="0" lvl="0" indent="0" algn="l" rtl="0">
              <a:lnSpc>
                <a:spcPct val="150000"/>
              </a:lnSpc>
              <a:spcBef>
                <a:spcPts val="0"/>
              </a:spcBef>
              <a:spcAft>
                <a:spcPts val="0"/>
              </a:spcAft>
              <a:buNone/>
            </a:pPr>
            <a:endParaRPr sz="1800" b="1">
              <a:solidFill>
                <a:srgbClr val="434343"/>
              </a:solidFill>
              <a:latin typeface="Calibri"/>
              <a:ea typeface="Calibri"/>
              <a:cs typeface="Calibri"/>
              <a:sym typeface="Calibri"/>
            </a:endParaRPr>
          </a:p>
        </p:txBody>
      </p:sp>
      <p:pic>
        <p:nvPicPr>
          <p:cNvPr id="397" name="Google Shape;397;g3aa38edc61d_0_32"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398" name="Google Shape;398;g3aa38edc61d_0_32"/>
          <p:cNvSpPr txBox="1"/>
          <p:nvPr/>
        </p:nvSpPr>
        <p:spPr>
          <a:xfrm>
            <a:off x="136188" y="368928"/>
            <a:ext cx="121920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800">
                <a:solidFill>
                  <a:srgbClr val="757575"/>
                </a:solidFill>
                <a:latin typeface="Trebuchet MS"/>
                <a:ea typeface="Trebuchet MS"/>
                <a:cs typeface="Trebuchet MS"/>
                <a:sym typeface="Trebuchet MS"/>
              </a:rPr>
              <a:t>PROYECTO “CLEAN ORDER”</a:t>
            </a:r>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pic>
        <p:nvPicPr>
          <p:cNvPr id="403" name="Google Shape;403;p15"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404" name="Google Shape;404;p15"/>
          <p:cNvSpPr txBox="1"/>
          <p:nvPr/>
        </p:nvSpPr>
        <p:spPr>
          <a:xfrm>
            <a:off x="0" y="3044279"/>
            <a:ext cx="12191999" cy="76944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4400">
                <a:solidFill>
                  <a:srgbClr val="3F3F3F"/>
                </a:solidFill>
                <a:latin typeface="Trebuchet MS"/>
                <a:ea typeface="Trebuchet MS"/>
                <a:cs typeface="Trebuchet MS"/>
                <a:sym typeface="Trebuchet MS"/>
              </a:rPr>
              <a:t>PREGUNTAS DE LA COMISIÓN</a:t>
            </a:r>
            <a:endParaRPr>
              <a:solidFill>
                <a:srgbClr val="3F3F3F"/>
              </a:solidFill>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theme/theme1.xml><?xml version="1.0" encoding="utf-8"?>
<a:theme xmlns:a="http://schemas.openxmlformats.org/drawingml/2006/main" name="Faceta">
  <a:themeElements>
    <a:clrScheme name="Faceta">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1082</Words>
  <Application>Microsoft Office PowerPoint</Application>
  <PresentationFormat>Widescreen</PresentationFormat>
  <Paragraphs>169</Paragraphs>
  <Slides>21</Slides>
  <Notes>21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Trebuchet MS</vt:lpstr>
      <vt:lpstr>Noto Sans Symbols</vt:lpstr>
      <vt:lpstr>Play</vt:lpstr>
      <vt:lpstr>Poppins ExtraBold</vt:lpstr>
      <vt:lpstr>Barlow</vt:lpstr>
      <vt:lpstr>Calibri</vt:lpstr>
      <vt:lpstr>Arial</vt:lpstr>
      <vt:lpstr>Poppins</vt:lpstr>
      <vt:lpstr>Faceta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Video Demo</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Gerardo Galan Cruz</dc:creator>
  <cp:lastModifiedBy>Edison</cp:lastModifiedBy>
  <cp:revision>1</cp:revision>
  <dcterms:created xsi:type="dcterms:W3CDTF">2023-10-28T21:12:11Z</dcterms:created>
  <dcterms:modified xsi:type="dcterms:W3CDTF">2025-12-09T03:08:41Z</dcterms:modified>
</cp:coreProperties>
</file>